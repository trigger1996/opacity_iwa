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8" r:id="rId2"/>
    <p:sldId id="259" r:id="rId3"/>
    <p:sldId id="266" r:id="rId4"/>
    <p:sldId id="256" r:id="rId5"/>
    <p:sldId id="257" r:id="rId6"/>
    <p:sldId id="260" r:id="rId7"/>
    <p:sldId id="263" r:id="rId8"/>
    <p:sldId id="262" r:id="rId9"/>
    <p:sldId id="26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8235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30" autoAdjust="0"/>
    <p:restoredTop sz="92849" autoAdjust="0"/>
  </p:normalViewPr>
  <p:slideViewPr>
    <p:cSldViewPr snapToGrid="0">
      <p:cViewPr>
        <p:scale>
          <a:sx n="100" d="100"/>
          <a:sy n="100" d="100"/>
        </p:scale>
        <p:origin x="-810" y="-246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BE4A32-B360-4F44-8969-70B49C7D7317}" type="datetimeFigureOut">
              <a:rPr lang="zh-CN" altLang="en-US" smtClean="0"/>
              <a:t>2022/4/29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9AA29-5CDB-4BA5-A68C-473A93C5C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26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对应代码内</a:t>
            </a:r>
            <a:r>
              <a:rPr lang="en-US" altLang="zh-CN" dirty="0"/>
              <a:t>IWA-3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9AA29-5CDB-4BA5-A68C-473A93C5C72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955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9AA29-5CDB-4BA5-A68C-473A93C5C72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47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对应代码内</a:t>
            </a:r>
            <a:r>
              <a:rPr lang="en-US" altLang="zh-CN" dirty="0"/>
              <a:t>IWA-1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9AA29-5CDB-4BA5-A68C-473A93C5C72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4480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对应代码内</a:t>
            </a:r>
            <a:r>
              <a:rPr lang="en-US" altLang="zh-CN" dirty="0"/>
              <a:t>IWA2,</a:t>
            </a:r>
          </a:p>
          <a:p>
            <a:r>
              <a:rPr lang="zh-CN" altLang="en-US" dirty="0"/>
              <a:t>太过复杂</a:t>
            </a:r>
            <a:r>
              <a:rPr lang="en-US" altLang="zh-CN" dirty="0"/>
              <a:t>, </a:t>
            </a:r>
            <a:r>
              <a:rPr lang="zh-CN" altLang="en-US" dirty="0"/>
              <a:t>此稿放弃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9AA29-5CDB-4BA5-A68C-473A93C5C72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45883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9AA29-5CDB-4BA5-A68C-473A93C5C72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7966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实验（弃稿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9AA29-5CDB-4BA5-A68C-473A93C5C72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3207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实验（弃稿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9AA29-5CDB-4BA5-A68C-473A93C5C72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532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实验（弃稿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9AA29-5CDB-4BA5-A68C-473A93C5C72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45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5EAE01-E458-4453-AE1B-458F96437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8AF3BF2-F18B-40AF-B38D-A3E7B6C497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08CBCD-FC4A-4282-9DF8-409CFE41E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FB0F-D2FA-404D-B05F-087789627645}" type="datetimeFigureOut">
              <a:rPr lang="zh-CN" altLang="en-US" smtClean="0"/>
              <a:t>2022/4/29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E59C45-F5DA-4FDB-9F5F-E95BCC90B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DC7CB8-1D7E-431C-AA9F-DF3A2EACB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0F751-235B-4D94-9791-0E491EE2E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616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6769E1-B7DC-4B56-9414-E43880583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02E5F8-5F95-41CD-A99C-A236C3F59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CD4F59-794A-4B3B-85E6-67FBC4335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FB0F-D2FA-404D-B05F-087789627645}" type="datetimeFigureOut">
              <a:rPr lang="zh-CN" altLang="en-US" smtClean="0"/>
              <a:t>2022/4/29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78BA00-C825-47EB-B840-7E6410FB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4425B2-4F0B-4B41-9199-ED2C73AD7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0F751-235B-4D94-9791-0E491EE2E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444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36C4AD-760D-4D85-ADDF-1C9969EE7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33C8A5-5D2D-4E62-9E23-50D655A46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9CB494-0778-4CC6-8BA0-97C1275E9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FB0F-D2FA-404D-B05F-087789627645}" type="datetimeFigureOut">
              <a:rPr lang="zh-CN" altLang="en-US" smtClean="0"/>
              <a:t>2022/4/29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92CCE4-4421-4BDE-9A46-3B3D88B03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4C82AF-6791-4FC9-82CA-1B04B38DB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0F751-235B-4D94-9791-0E491EE2E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557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8A5054-5EB8-4370-B06D-2FF12AE4E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E2FC67-8CA5-4073-AA73-C6A553B876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B1B2DB-CA76-45E6-97D7-FDD951572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EE876B-CB99-4FBB-9069-0A55A2743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FB0F-D2FA-404D-B05F-087789627645}" type="datetimeFigureOut">
              <a:rPr lang="zh-CN" altLang="en-US" smtClean="0"/>
              <a:t>2022/4/29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F84E6E-C449-4612-85CF-4EE2B9FFF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1C11E4-FB00-420E-84AC-74600B635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0F751-235B-4D94-9791-0E491EE2E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259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0BCE68-DF58-4E2F-B45D-E5BC0554B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08FFDC-4CF8-4205-AF96-397691807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372118-A91A-4EB7-9CDF-A20FEDFD9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671B0BA-F008-4622-843F-07537A4988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6EF6A0D-23DE-4828-A6B8-8C54568264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5FA2385-4168-4024-9EFF-2CA58FDE9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FB0F-D2FA-404D-B05F-087789627645}" type="datetimeFigureOut">
              <a:rPr lang="zh-CN" altLang="en-US" smtClean="0"/>
              <a:t>2022/4/29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6B6586C-18B4-40E2-A39F-201814DA7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987865C-C833-40A1-8B01-75E3A29A1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0F751-235B-4D94-9791-0E491EE2E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645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365758-19A6-4582-8764-5659F846F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87F0245-FEAF-48FA-88EA-9A11D63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FB0F-D2FA-404D-B05F-087789627645}" type="datetimeFigureOut">
              <a:rPr lang="zh-CN" altLang="en-US" smtClean="0"/>
              <a:t>2022/4/29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870FB17-1126-48A6-B801-A15FC6B70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7068A86-63E5-4791-9092-4AB42A41C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0F751-235B-4D94-9791-0E491EE2E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969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24ADB9-0D76-4C21-9745-93AE38776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FB0F-D2FA-404D-B05F-087789627645}" type="datetimeFigureOut">
              <a:rPr lang="zh-CN" altLang="en-US" smtClean="0"/>
              <a:t>2022/4/29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154C9E2-165B-4EC1-9CD0-15C0CF22F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22E457-9200-421B-B609-35E8D880C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0F751-235B-4D94-9791-0E491EE2E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0853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92F690-9958-4E2C-85CC-5C9809BB2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6C6E88-369D-4792-9C04-F46CECF2B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A8773B-840C-41F8-ABD3-92267FF5C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2BB3B8-D6F0-422B-AD91-65C54C2C7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FB0F-D2FA-404D-B05F-087789627645}" type="datetimeFigureOut">
              <a:rPr lang="zh-CN" altLang="en-US" smtClean="0"/>
              <a:t>2022/4/29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2FBCB1-5D6B-4FAF-8E6D-A00259743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619FD7-6DBB-40E8-B727-C2E62019B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0F751-235B-4D94-9791-0E491EE2E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983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50FF83-8615-4C03-A7E5-E70A4CA16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114F1DD-04C9-4EC4-81B0-B19725E8C6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561663-D3E5-4099-8154-0E9D3289B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8E7343-7CA1-4812-ACB5-0762AFFEC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FB0F-D2FA-404D-B05F-087789627645}" type="datetimeFigureOut">
              <a:rPr lang="zh-CN" altLang="en-US" smtClean="0"/>
              <a:t>2022/4/29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03717A-6348-4DD1-B931-7A6913459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4C3758-D5F3-44EC-8BE6-ED43038F2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0F751-235B-4D94-9791-0E491EE2E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222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8B48C6-A6A7-41FC-AE04-B5D1CDF83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217880-0CF2-4C20-BD7C-AEF41E76A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FADF5D-FFFC-4A7A-A7F1-DD0E287B4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FB0F-D2FA-404D-B05F-087789627645}" type="datetimeFigureOut">
              <a:rPr lang="zh-CN" altLang="en-US" smtClean="0"/>
              <a:t>2022/4/29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1468B3-6C7A-4462-8FD4-4B59FEDD4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2A1F9F-346A-436E-B0AA-DA88F059E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0F751-235B-4D94-9791-0E491EE2E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362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6C58BCB-6923-495F-968E-9C1768DBCA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5B366A-A67D-47F6-8C69-9430C37A5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68A0AA-7E64-4A8A-88C3-602F2D8B7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FB0F-D2FA-404D-B05F-087789627645}" type="datetimeFigureOut">
              <a:rPr lang="zh-CN" altLang="en-US" smtClean="0"/>
              <a:t>2022/4/29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2F66EE-C8D1-4CAB-A5AC-CE767D770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2FA21F-A110-4836-9F6D-7124A77F1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0F751-235B-4D94-9791-0E491EE2E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7496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882AEE0-FC87-4B25-A08B-0082FA32C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0DDB8D-9B88-4507-B215-F1C10ABC1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53B912-D570-457D-8D6E-067E9E0BBC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C8FB0F-D2FA-404D-B05F-087789627645}" type="datetimeFigureOut">
              <a:rPr lang="zh-CN" altLang="en-US" smtClean="0"/>
              <a:t>2022/4/29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C6DCCB-CDCA-40DE-AC39-501BE707F0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B1E1C0-8DEC-4298-88F7-A53B5F0F29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0F751-235B-4D94-9791-0E491EE2E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0575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CFE53038-F53B-497F-830D-6CAE96A4762C}"/>
              </a:ext>
            </a:extLst>
          </p:cNvPr>
          <p:cNvSpPr/>
          <p:nvPr/>
        </p:nvSpPr>
        <p:spPr>
          <a:xfrm>
            <a:off x="2478405" y="1727833"/>
            <a:ext cx="706755" cy="41338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Euclid" panose="02020503060505020303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0B86507-DC09-4D5A-91EB-11EEA8515442}"/>
              </a:ext>
            </a:extLst>
          </p:cNvPr>
          <p:cNvSpPr/>
          <p:nvPr/>
        </p:nvSpPr>
        <p:spPr>
          <a:xfrm>
            <a:off x="4531042" y="3326130"/>
            <a:ext cx="706755" cy="413385"/>
          </a:xfrm>
          <a:prstGeom prst="roundRect">
            <a:avLst/>
          </a:prstGeom>
          <a:solidFill>
            <a:schemeClr val="bg1"/>
          </a:solidFill>
          <a:ln w="41275" cmpd="dbl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5050"/>
                </a:solidFill>
                <a:latin typeface="Euclid" panose="02020503060505020303" pitchFamily="18" charset="0"/>
              </a:rPr>
              <a:t>2</a:t>
            </a:r>
            <a:endParaRPr lang="zh-CN" altLang="en-US" dirty="0">
              <a:solidFill>
                <a:srgbClr val="FF5050"/>
              </a:solidFill>
              <a:latin typeface="Euclid" panose="02020503060505020303" pitchFamily="18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14EA3F8-517D-4B4C-8740-E28D27F85FA8}"/>
              </a:ext>
            </a:extLst>
          </p:cNvPr>
          <p:cNvSpPr/>
          <p:nvPr/>
        </p:nvSpPr>
        <p:spPr>
          <a:xfrm>
            <a:off x="4531042" y="1725926"/>
            <a:ext cx="706755" cy="41338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Euclid" panose="02020503060505020303" pitchFamily="18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C8DB2EA-F2E6-4435-A3C7-766AB2FEB8AA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3185160" y="1932619"/>
            <a:ext cx="1345882" cy="19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F4F2311-CADD-4961-AA9C-8FACFD513416}"/>
              </a:ext>
            </a:extLst>
          </p:cNvPr>
          <p:cNvSpPr txBox="1"/>
          <p:nvPr/>
        </p:nvSpPr>
        <p:spPr>
          <a:xfrm>
            <a:off x="3357079" y="1541260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Euclid" panose="02020503060505020303" pitchFamily="18" charset="0"/>
              </a:rPr>
              <a:t>a</a:t>
            </a:r>
            <a:r>
              <a:rPr lang="en-US" altLang="zh-CN" dirty="0">
                <a:latin typeface="Euclid" panose="02020503060505020303" pitchFamily="18" charset="0"/>
              </a:rPr>
              <a:t> [5,7)</a:t>
            </a:r>
            <a:endParaRPr lang="zh-CN" altLang="en-US" dirty="0">
              <a:latin typeface="Euclid" panose="02020503060505020303" pitchFamily="18" charset="0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2E27365-1E72-469B-B766-692D566FECF0}"/>
              </a:ext>
            </a:extLst>
          </p:cNvPr>
          <p:cNvCxnSpPr>
            <a:cxnSpLocks/>
            <a:stCxn id="4" idx="2"/>
            <a:endCxn id="5" idx="1"/>
          </p:cNvCxnSpPr>
          <p:nvPr/>
        </p:nvCxnSpPr>
        <p:spPr>
          <a:xfrm>
            <a:off x="2831783" y="2141218"/>
            <a:ext cx="1699259" cy="13916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E7BE6508-B13A-4B28-9E65-F7FD1DA8E930}"/>
              </a:ext>
            </a:extLst>
          </p:cNvPr>
          <p:cNvSpPr txBox="1"/>
          <p:nvPr/>
        </p:nvSpPr>
        <p:spPr>
          <a:xfrm>
            <a:off x="2852339" y="2776412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Euclid" panose="02020503060505020303" pitchFamily="18" charset="0"/>
              </a:rPr>
              <a:t>a</a:t>
            </a:r>
            <a:r>
              <a:rPr lang="en-US" altLang="zh-CN" dirty="0">
                <a:latin typeface="Euclid" panose="02020503060505020303" pitchFamily="18" charset="0"/>
              </a:rPr>
              <a:t> [1,2)</a:t>
            </a:r>
            <a:endParaRPr lang="zh-CN" altLang="en-US" dirty="0">
              <a:latin typeface="Euclid" panose="02020503060505020303" pitchFamily="18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CE89BC7-B239-4E67-95DF-81E99DC641D9}"/>
              </a:ext>
            </a:extLst>
          </p:cNvPr>
          <p:cNvCxnSpPr>
            <a:cxnSpLocks/>
            <a:stCxn id="5" idx="0"/>
            <a:endCxn id="6" idx="2"/>
          </p:cNvCxnSpPr>
          <p:nvPr/>
        </p:nvCxnSpPr>
        <p:spPr>
          <a:xfrm flipV="1">
            <a:off x="4884420" y="2139311"/>
            <a:ext cx="0" cy="11868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F53E05C7-1A3B-4DA6-B9DF-7DC7AD9F7A6F}"/>
              </a:ext>
            </a:extLst>
          </p:cNvPr>
          <p:cNvSpPr txBox="1"/>
          <p:nvPr/>
        </p:nvSpPr>
        <p:spPr>
          <a:xfrm>
            <a:off x="3990341" y="2470068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Euclid" panose="02020503060505020303" pitchFamily="18" charset="0"/>
              </a:rPr>
              <a:t>a</a:t>
            </a:r>
            <a:r>
              <a:rPr lang="en-US" altLang="zh-CN" dirty="0">
                <a:latin typeface="Euclid" panose="02020503060505020303" pitchFamily="18" charset="0"/>
              </a:rPr>
              <a:t> [1,2)</a:t>
            </a:r>
            <a:endParaRPr lang="zh-CN" altLang="en-US" dirty="0">
              <a:latin typeface="Euclid" panose="02020503060505020303" pitchFamily="18" charset="0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9ABED8A-8EBF-4D42-84B9-5646EE116112}"/>
              </a:ext>
            </a:extLst>
          </p:cNvPr>
          <p:cNvSpPr/>
          <p:nvPr/>
        </p:nvSpPr>
        <p:spPr>
          <a:xfrm>
            <a:off x="6888480" y="1725926"/>
            <a:ext cx="706755" cy="41338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Euclid" panose="02020503060505020303" pitchFamily="18" charset="0"/>
              </a:rPr>
              <a:t>4</a:t>
            </a:r>
            <a:endParaRPr lang="zh-CN" altLang="en-US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889CBF4D-B87A-4D8B-B134-29614297AA2C}"/>
              </a:ext>
            </a:extLst>
          </p:cNvPr>
          <p:cNvCxnSpPr>
            <a:cxnSpLocks/>
            <a:stCxn id="6" idx="3"/>
            <a:endCxn id="20" idx="1"/>
          </p:cNvCxnSpPr>
          <p:nvPr/>
        </p:nvCxnSpPr>
        <p:spPr>
          <a:xfrm>
            <a:off x="5237797" y="1932619"/>
            <a:ext cx="165068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D4C8337E-830C-4D9B-A4CB-5B875B8A793D}"/>
              </a:ext>
            </a:extLst>
          </p:cNvPr>
          <p:cNvSpPr txBox="1"/>
          <p:nvPr/>
        </p:nvSpPr>
        <p:spPr>
          <a:xfrm>
            <a:off x="5554024" y="1459941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err="1">
                <a:latin typeface="Euclid" panose="02020503060505020303" pitchFamily="18" charset="0"/>
              </a:rPr>
              <a:t>uc</a:t>
            </a:r>
            <a:r>
              <a:rPr lang="en-US" altLang="zh-CN" dirty="0">
                <a:latin typeface="Euclid" panose="02020503060505020303" pitchFamily="18" charset="0"/>
              </a:rPr>
              <a:t> [1,2)</a:t>
            </a:r>
            <a:endParaRPr lang="zh-CN" altLang="en-US" dirty="0">
              <a:latin typeface="Euclid" panose="02020503060505020303" pitchFamily="18" charset="0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CB7B0BDB-49C9-4639-9999-CAC7C9A0B75B}"/>
              </a:ext>
            </a:extLst>
          </p:cNvPr>
          <p:cNvSpPr/>
          <p:nvPr/>
        </p:nvSpPr>
        <p:spPr>
          <a:xfrm>
            <a:off x="6888479" y="3326130"/>
            <a:ext cx="706755" cy="41338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Euclid" panose="02020503060505020303" pitchFamily="18" charset="0"/>
              </a:rPr>
              <a:t>5</a:t>
            </a:r>
            <a:endParaRPr lang="zh-CN" altLang="en-US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DDFAC7C0-D539-4F31-BDFA-9ABB05A92922}"/>
              </a:ext>
            </a:extLst>
          </p:cNvPr>
          <p:cNvSpPr/>
          <p:nvPr/>
        </p:nvSpPr>
        <p:spPr>
          <a:xfrm>
            <a:off x="6888478" y="4926332"/>
            <a:ext cx="706755" cy="41338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Euclid" panose="02020503060505020303" pitchFamily="18" charset="0"/>
              </a:rPr>
              <a:t>6</a:t>
            </a:r>
            <a:endParaRPr lang="zh-CN" altLang="en-US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A95CA54E-901C-4A14-BCDF-D474FAACA131}"/>
              </a:ext>
            </a:extLst>
          </p:cNvPr>
          <p:cNvCxnSpPr>
            <a:cxnSpLocks/>
            <a:stCxn id="20" idx="2"/>
            <a:endCxn id="26" idx="0"/>
          </p:cNvCxnSpPr>
          <p:nvPr/>
        </p:nvCxnSpPr>
        <p:spPr>
          <a:xfrm flipH="1">
            <a:off x="7241857" y="2139311"/>
            <a:ext cx="1" cy="11868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EF2EF0DD-7C66-4320-B2C0-B2D9993D222F}"/>
              </a:ext>
            </a:extLst>
          </p:cNvPr>
          <p:cNvSpPr txBox="1"/>
          <p:nvPr/>
        </p:nvSpPr>
        <p:spPr>
          <a:xfrm>
            <a:off x="5680870" y="3082172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800" i="1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18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Euclid" panose="02020503060505020303" pitchFamily="18" charset="0"/>
              </a:rPr>
              <a:t> [3,5)</a:t>
            </a:r>
            <a:endParaRPr lang="zh-CN" altLang="en-US" sz="1800" dirty="0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B35E8086-1F18-4AD3-A61A-5E24DB6D7825}"/>
              </a:ext>
            </a:extLst>
          </p:cNvPr>
          <p:cNvCxnSpPr>
            <a:cxnSpLocks/>
            <a:stCxn id="26" idx="1"/>
            <a:endCxn id="5" idx="3"/>
          </p:cNvCxnSpPr>
          <p:nvPr/>
        </p:nvCxnSpPr>
        <p:spPr>
          <a:xfrm flipH="1">
            <a:off x="5237797" y="3532823"/>
            <a:ext cx="165068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A5515802-93E4-4980-85D3-59B998806826}"/>
              </a:ext>
            </a:extLst>
          </p:cNvPr>
          <p:cNvCxnSpPr>
            <a:cxnSpLocks/>
            <a:stCxn id="27" idx="1"/>
            <a:endCxn id="5" idx="2"/>
          </p:cNvCxnSpPr>
          <p:nvPr/>
        </p:nvCxnSpPr>
        <p:spPr>
          <a:xfrm flipH="1" flipV="1">
            <a:off x="4884420" y="3739515"/>
            <a:ext cx="2004058" cy="13935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AEAC2DF8-D420-407E-9623-2469679C5407}"/>
              </a:ext>
            </a:extLst>
          </p:cNvPr>
          <p:cNvSpPr txBox="1"/>
          <p:nvPr/>
        </p:nvSpPr>
        <p:spPr>
          <a:xfrm>
            <a:off x="7279879" y="4148257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800" i="1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18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Euclid" panose="02020503060505020303" pitchFamily="18" charset="0"/>
              </a:rPr>
              <a:t> [1,4)</a:t>
            </a:r>
            <a:endParaRPr lang="zh-CN" altLang="en-US" sz="18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ADE9732-A95A-4A3A-A4F1-AD376F2CB883}"/>
              </a:ext>
            </a:extLst>
          </p:cNvPr>
          <p:cNvSpPr txBox="1"/>
          <p:nvPr/>
        </p:nvSpPr>
        <p:spPr>
          <a:xfrm>
            <a:off x="7311112" y="2470068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Euclid" panose="02020503060505020303" pitchFamily="18" charset="0"/>
              </a:rPr>
              <a:t>b</a:t>
            </a:r>
            <a:r>
              <a:rPr lang="en-US" altLang="zh-CN" dirty="0">
                <a:latin typeface="Euclid" panose="02020503060505020303" pitchFamily="18" charset="0"/>
              </a:rPr>
              <a:t> [1,3)</a:t>
            </a:r>
            <a:endParaRPr lang="zh-CN" altLang="en-US" dirty="0">
              <a:latin typeface="Euclid" panose="02020503060505020303" pitchFamily="18" charset="0"/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BFCC9B1F-DBD4-424D-B792-CF2CBEE2AD8E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7241856" y="3739515"/>
            <a:ext cx="1" cy="11868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9EA00B04-4F15-4F97-B106-B28051044C6D}"/>
              </a:ext>
            </a:extLst>
          </p:cNvPr>
          <p:cNvCxnSpPr>
            <a:cxnSpLocks/>
          </p:cNvCxnSpPr>
          <p:nvPr/>
        </p:nvCxnSpPr>
        <p:spPr>
          <a:xfrm>
            <a:off x="1905000" y="1932618"/>
            <a:ext cx="57340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C59FD994-B9CD-4394-AB92-653C1D2F9835}"/>
              </a:ext>
            </a:extLst>
          </p:cNvPr>
          <p:cNvSpPr txBox="1"/>
          <p:nvPr/>
        </p:nvSpPr>
        <p:spPr>
          <a:xfrm>
            <a:off x="5121053" y="4527950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800" i="1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18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latin typeface="Euclid" panose="02020503060505020303" pitchFamily="18" charset="0"/>
              </a:rPr>
              <a:t> [3,5)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647168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任意多边形: 形状 277">
            <a:extLst>
              <a:ext uri="{FF2B5EF4-FFF2-40B4-BE49-F238E27FC236}">
                <a16:creationId xmlns:a16="http://schemas.microsoft.com/office/drawing/2014/main" id="{DF69FC45-3624-46FD-81F5-2785AB8E1B5B}"/>
              </a:ext>
            </a:extLst>
          </p:cNvPr>
          <p:cNvSpPr/>
          <p:nvPr/>
        </p:nvSpPr>
        <p:spPr>
          <a:xfrm>
            <a:off x="5219509" y="1558767"/>
            <a:ext cx="4718050" cy="1600200"/>
          </a:xfrm>
          <a:custGeom>
            <a:avLst/>
            <a:gdLst>
              <a:gd name="connsiteX0" fmla="*/ 0 w 4718050"/>
              <a:gd name="connsiteY0" fmla="*/ 1600200 h 1600200"/>
              <a:gd name="connsiteX1" fmla="*/ 704850 w 4718050"/>
              <a:gd name="connsiteY1" fmla="*/ 1339850 h 1600200"/>
              <a:gd name="connsiteX2" fmla="*/ 3981450 w 4718050"/>
              <a:gd name="connsiteY2" fmla="*/ 1244600 h 1600200"/>
              <a:gd name="connsiteX3" fmla="*/ 4718050 w 4718050"/>
              <a:gd name="connsiteY3" fmla="*/ 0 h 1600200"/>
              <a:gd name="connsiteX4" fmla="*/ 4718050 w 4718050"/>
              <a:gd name="connsiteY4" fmla="*/ 0 h 16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18050" h="1600200">
                <a:moveTo>
                  <a:pt x="0" y="1600200"/>
                </a:moveTo>
                <a:cubicBezTo>
                  <a:pt x="20637" y="1499658"/>
                  <a:pt x="41275" y="1399117"/>
                  <a:pt x="704850" y="1339850"/>
                </a:cubicBezTo>
                <a:cubicBezTo>
                  <a:pt x="1368425" y="1280583"/>
                  <a:pt x="3312583" y="1467908"/>
                  <a:pt x="3981450" y="1244600"/>
                </a:cubicBezTo>
                <a:cubicBezTo>
                  <a:pt x="4650317" y="1021292"/>
                  <a:pt x="4718050" y="0"/>
                  <a:pt x="4718050" y="0"/>
                </a:cubicBezTo>
                <a:lnTo>
                  <a:pt x="4718050" y="0"/>
                </a:lnTo>
              </a:path>
            </a:pathLst>
          </a:custGeom>
          <a:noFill/>
          <a:ln w="25400">
            <a:solidFill>
              <a:schemeClr val="bg1">
                <a:lumMod val="50000"/>
                <a:alpha val="7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794C6F0F-D538-4287-ABB6-BF8FE397C803}"/>
              </a:ext>
            </a:extLst>
          </p:cNvPr>
          <p:cNvSpPr/>
          <p:nvPr/>
        </p:nvSpPr>
        <p:spPr>
          <a:xfrm>
            <a:off x="1064328" y="1409844"/>
            <a:ext cx="441452" cy="465443"/>
          </a:xfrm>
          <a:prstGeom prst="ellipse">
            <a:avLst/>
          </a:prstGeom>
          <a:noFill/>
          <a:ln w="349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{1}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1B0FB9F1-1DDD-4E8F-A079-02E63D97D78F}"/>
              </a:ext>
            </a:extLst>
          </p:cNvPr>
          <p:cNvSpPr/>
          <p:nvPr/>
        </p:nvSpPr>
        <p:spPr>
          <a:xfrm>
            <a:off x="967667" y="821181"/>
            <a:ext cx="634774" cy="301473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{1} {}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76C12C65-1317-4876-AB8A-3A9ABF735CA9}"/>
              </a:ext>
            </a:extLst>
          </p:cNvPr>
          <p:cNvCxnSpPr>
            <a:cxnSpLocks/>
            <a:stCxn id="47" idx="4"/>
            <a:endCxn id="97" idx="0"/>
          </p:cNvCxnSpPr>
          <p:nvPr/>
        </p:nvCxnSpPr>
        <p:spPr>
          <a:xfrm>
            <a:off x="1285054" y="1875287"/>
            <a:ext cx="0" cy="43167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6FE7C68C-7FCA-4F65-B27A-DC101E9643DB}"/>
              </a:ext>
            </a:extLst>
          </p:cNvPr>
          <p:cNvCxnSpPr>
            <a:cxnSpLocks/>
            <a:stCxn id="47" idx="0"/>
            <a:endCxn id="48" idx="2"/>
          </p:cNvCxnSpPr>
          <p:nvPr/>
        </p:nvCxnSpPr>
        <p:spPr>
          <a:xfrm flipV="1">
            <a:off x="1285054" y="1122654"/>
            <a:ext cx="0" cy="2871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46E06067-C637-43AA-AAB9-3C0AC1325C2B}"/>
              </a:ext>
            </a:extLst>
          </p:cNvPr>
          <p:cNvCxnSpPr>
            <a:cxnSpLocks/>
            <a:endCxn id="47" idx="2"/>
          </p:cNvCxnSpPr>
          <p:nvPr/>
        </p:nvCxnSpPr>
        <p:spPr>
          <a:xfrm>
            <a:off x="636271" y="1642565"/>
            <a:ext cx="428057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A16B7E62-B2FF-43ED-8931-28538C7BADF0}"/>
              </a:ext>
            </a:extLst>
          </p:cNvPr>
          <p:cNvSpPr/>
          <p:nvPr/>
        </p:nvSpPr>
        <p:spPr>
          <a:xfrm>
            <a:off x="636271" y="3019009"/>
            <a:ext cx="1297566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{1,2,3,4}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,[2,4))}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00EE5F81-4FD3-4E1D-A600-C1D402A957DA}"/>
              </a:ext>
            </a:extLst>
          </p:cNvPr>
          <p:cNvSpPr/>
          <p:nvPr/>
        </p:nvSpPr>
        <p:spPr>
          <a:xfrm>
            <a:off x="2429885" y="3005041"/>
            <a:ext cx="1297566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{1,2,3,4,5}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,[2,4)), 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,[4,12))}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C6417309-FDF2-49EB-9DF0-43AB32705D91}"/>
              </a:ext>
            </a:extLst>
          </p:cNvPr>
          <p:cNvCxnSpPr>
            <a:cxnSpLocks/>
            <a:endCxn id="78" idx="0"/>
          </p:cNvCxnSpPr>
          <p:nvPr/>
        </p:nvCxnSpPr>
        <p:spPr>
          <a:xfrm>
            <a:off x="1285054" y="2680970"/>
            <a:ext cx="0" cy="33803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CEF4CBA9-7E2D-4579-8EF2-305D54486C62}"/>
              </a:ext>
            </a:extLst>
          </p:cNvPr>
          <p:cNvSpPr/>
          <p:nvPr/>
        </p:nvSpPr>
        <p:spPr>
          <a:xfrm>
            <a:off x="636271" y="2306964"/>
            <a:ext cx="1297566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{1,2}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,[1,2))}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35DB662E-B480-4486-BB3E-99077D95EF8E}"/>
              </a:ext>
            </a:extLst>
          </p:cNvPr>
          <p:cNvSpPr/>
          <p:nvPr/>
        </p:nvSpPr>
        <p:spPr>
          <a:xfrm>
            <a:off x="2429885" y="2326155"/>
            <a:ext cx="1297566" cy="348566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{1,2,3,4}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,[2,4)), 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,[1,4))}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AA2FE10D-87CE-484A-A917-7545672F7141}"/>
              </a:ext>
            </a:extLst>
          </p:cNvPr>
          <p:cNvSpPr/>
          <p:nvPr/>
        </p:nvSpPr>
        <p:spPr>
          <a:xfrm>
            <a:off x="4660090" y="2229586"/>
            <a:ext cx="441452" cy="465443"/>
          </a:xfrm>
          <a:prstGeom prst="ellipse">
            <a:avLst/>
          </a:prstGeom>
          <a:noFill/>
          <a:ln w="349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{6}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0EAC534B-8185-48DB-99BE-2B4E6CEE87F7}"/>
              </a:ext>
            </a:extLst>
          </p:cNvPr>
          <p:cNvSpPr/>
          <p:nvPr/>
        </p:nvSpPr>
        <p:spPr>
          <a:xfrm>
            <a:off x="4643288" y="2951995"/>
            <a:ext cx="561811" cy="465443"/>
          </a:xfrm>
          <a:prstGeom prst="ellipse">
            <a:avLst/>
          </a:prstGeom>
          <a:noFill/>
          <a:ln w="349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{2,6}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21A53211-6B28-4267-8E41-6C0E714FA627}"/>
              </a:ext>
            </a:extLst>
          </p:cNvPr>
          <p:cNvSpPr/>
          <p:nvPr/>
        </p:nvSpPr>
        <p:spPr>
          <a:xfrm>
            <a:off x="4703467" y="3655127"/>
            <a:ext cx="441452" cy="465443"/>
          </a:xfrm>
          <a:prstGeom prst="ellipse">
            <a:avLst/>
          </a:prstGeom>
          <a:noFill/>
          <a:ln w="34925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3E702932-0AD9-4800-B416-3F406C6FA518}"/>
              </a:ext>
            </a:extLst>
          </p:cNvPr>
          <p:cNvSpPr/>
          <p:nvPr/>
        </p:nvSpPr>
        <p:spPr>
          <a:xfrm>
            <a:off x="7617598" y="2326155"/>
            <a:ext cx="1294428" cy="348566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{2,3,4}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,[1,2)), 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,[1,3))}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3B1807F8-F947-4488-A9BA-D687F499CFFF}"/>
              </a:ext>
            </a:extLst>
          </p:cNvPr>
          <p:cNvSpPr/>
          <p:nvPr/>
        </p:nvSpPr>
        <p:spPr>
          <a:xfrm>
            <a:off x="7617598" y="1628304"/>
            <a:ext cx="1294428" cy="348566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{2,3,4,5}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,[1,2)), 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,[3,7))}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328E73A4-E08D-4581-BDDC-6C76D16E67FE}"/>
              </a:ext>
            </a:extLst>
          </p:cNvPr>
          <p:cNvSpPr/>
          <p:nvPr/>
        </p:nvSpPr>
        <p:spPr>
          <a:xfrm>
            <a:off x="5991373" y="2447772"/>
            <a:ext cx="634774" cy="301473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{2,6} {}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5DCC14E2-C1BB-49DB-A6D4-DB1FF464F5DC}"/>
              </a:ext>
            </a:extLst>
          </p:cNvPr>
          <p:cNvSpPr/>
          <p:nvPr/>
        </p:nvSpPr>
        <p:spPr>
          <a:xfrm>
            <a:off x="5984228" y="3001960"/>
            <a:ext cx="1297566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{2,6}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9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,[3,5))}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72591409-9CF6-4F52-9ACA-0192ACE0030D}"/>
              </a:ext>
            </a:extLst>
          </p:cNvPr>
          <p:cNvSpPr/>
          <p:nvPr/>
        </p:nvSpPr>
        <p:spPr>
          <a:xfrm>
            <a:off x="2429885" y="1618054"/>
            <a:ext cx="1297566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{1,2}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,[1,2)), 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,[1,4))}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F9AE22B0-791D-4983-87B9-C96F80839BB8}"/>
              </a:ext>
            </a:extLst>
          </p:cNvPr>
          <p:cNvSpPr/>
          <p:nvPr/>
        </p:nvSpPr>
        <p:spPr>
          <a:xfrm>
            <a:off x="5971986" y="3713565"/>
            <a:ext cx="1297566" cy="348566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{2,3,4}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,[1,2))}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B43791B0-471C-4057-B118-A4FA33178720}"/>
              </a:ext>
            </a:extLst>
          </p:cNvPr>
          <p:cNvSpPr/>
          <p:nvPr/>
        </p:nvSpPr>
        <p:spPr>
          <a:xfrm>
            <a:off x="4614466" y="4377762"/>
            <a:ext cx="634774" cy="301473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{2} {}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15" name="矩形: 圆角 114">
            <a:extLst>
              <a:ext uri="{FF2B5EF4-FFF2-40B4-BE49-F238E27FC236}">
                <a16:creationId xmlns:a16="http://schemas.microsoft.com/office/drawing/2014/main" id="{F8970E9F-268F-4304-9F7B-31886386DF58}"/>
              </a:ext>
            </a:extLst>
          </p:cNvPr>
          <p:cNvSpPr/>
          <p:nvPr/>
        </p:nvSpPr>
        <p:spPr>
          <a:xfrm>
            <a:off x="4563429" y="1684338"/>
            <a:ext cx="634774" cy="301473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{6} {}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16" name="矩形: 圆角 115">
            <a:extLst>
              <a:ext uri="{FF2B5EF4-FFF2-40B4-BE49-F238E27FC236}">
                <a16:creationId xmlns:a16="http://schemas.microsoft.com/office/drawing/2014/main" id="{8E2D564D-1EEE-4E96-851C-35549545412B}"/>
              </a:ext>
            </a:extLst>
          </p:cNvPr>
          <p:cNvSpPr/>
          <p:nvPr/>
        </p:nvSpPr>
        <p:spPr>
          <a:xfrm>
            <a:off x="7617598" y="3702060"/>
            <a:ext cx="1294428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{2,3,4}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,[1,2)),(</a:t>
            </a:r>
            <a:r>
              <a:rPr lang="en-US" altLang="zh-CN" sz="9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9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,[3,4))}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17" name="矩形: 圆角 116">
            <a:extLst>
              <a:ext uri="{FF2B5EF4-FFF2-40B4-BE49-F238E27FC236}">
                <a16:creationId xmlns:a16="http://schemas.microsoft.com/office/drawing/2014/main" id="{C106DA7E-A708-43FA-B584-BEAC8EF308F9}"/>
              </a:ext>
            </a:extLst>
          </p:cNvPr>
          <p:cNvSpPr/>
          <p:nvPr/>
        </p:nvSpPr>
        <p:spPr>
          <a:xfrm>
            <a:off x="7617598" y="3009838"/>
            <a:ext cx="1787939" cy="348566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{2,3,4}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,[1,2)), 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,[1,3)) ,(</a:t>
            </a:r>
            <a:r>
              <a:rPr lang="en-US" altLang="zh-CN" sz="9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9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,[3,4))}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18" name="矩形: 圆角 117">
            <a:extLst>
              <a:ext uri="{FF2B5EF4-FFF2-40B4-BE49-F238E27FC236}">
                <a16:creationId xmlns:a16="http://schemas.microsoft.com/office/drawing/2014/main" id="{766E05F0-1127-4624-8662-5B1025517A16}"/>
              </a:ext>
            </a:extLst>
          </p:cNvPr>
          <p:cNvSpPr/>
          <p:nvPr/>
        </p:nvSpPr>
        <p:spPr>
          <a:xfrm>
            <a:off x="5652973" y="1679297"/>
            <a:ext cx="1297566" cy="301473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{6}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9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,[3,5))}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19" name="矩形: 圆角 118">
            <a:extLst>
              <a:ext uri="{FF2B5EF4-FFF2-40B4-BE49-F238E27FC236}">
                <a16:creationId xmlns:a16="http://schemas.microsoft.com/office/drawing/2014/main" id="{CE0C8EA0-3229-41DF-92B1-150D189044A5}"/>
              </a:ext>
            </a:extLst>
          </p:cNvPr>
          <p:cNvSpPr/>
          <p:nvPr/>
        </p:nvSpPr>
        <p:spPr>
          <a:xfrm>
            <a:off x="9149341" y="3723290"/>
            <a:ext cx="1787939" cy="348566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{2,3,4,5}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,[1,2)), 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,[3,7)) ,(</a:t>
            </a:r>
            <a:r>
              <a:rPr lang="en-US" altLang="zh-CN" sz="9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9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,[3,4))}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01FF6592-68C0-4059-871C-D0774AD5A0AE}"/>
              </a:ext>
            </a:extLst>
          </p:cNvPr>
          <p:cNvCxnSpPr>
            <a:cxnSpLocks/>
            <a:stCxn id="97" idx="3"/>
            <a:endCxn id="110" idx="1"/>
          </p:cNvCxnSpPr>
          <p:nvPr/>
        </p:nvCxnSpPr>
        <p:spPr>
          <a:xfrm flipV="1">
            <a:off x="1933837" y="1801933"/>
            <a:ext cx="496048" cy="68891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箭头连接符 120">
            <a:extLst>
              <a:ext uri="{FF2B5EF4-FFF2-40B4-BE49-F238E27FC236}">
                <a16:creationId xmlns:a16="http://schemas.microsoft.com/office/drawing/2014/main" id="{0C91C119-9907-4E54-AECD-4F7FE0EE9667}"/>
              </a:ext>
            </a:extLst>
          </p:cNvPr>
          <p:cNvCxnSpPr>
            <a:cxnSpLocks/>
            <a:stCxn id="79" idx="3"/>
            <a:endCxn id="101" idx="2"/>
          </p:cNvCxnSpPr>
          <p:nvPr/>
        </p:nvCxnSpPr>
        <p:spPr>
          <a:xfrm flipV="1">
            <a:off x="3727451" y="3184717"/>
            <a:ext cx="915837" cy="42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6CA7A0FC-B8C4-45D3-B1A2-8AE00BD9C314}"/>
              </a:ext>
            </a:extLst>
          </p:cNvPr>
          <p:cNvCxnSpPr>
            <a:cxnSpLocks/>
            <a:stCxn id="79" idx="3"/>
            <a:endCxn id="100" idx="2"/>
          </p:cNvCxnSpPr>
          <p:nvPr/>
        </p:nvCxnSpPr>
        <p:spPr>
          <a:xfrm flipV="1">
            <a:off x="3727451" y="2462308"/>
            <a:ext cx="932639" cy="7266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E1D135A4-1823-4407-BDE0-7DA3FD03CBFA}"/>
              </a:ext>
            </a:extLst>
          </p:cNvPr>
          <p:cNvCxnSpPr>
            <a:cxnSpLocks/>
            <a:stCxn id="79" idx="3"/>
            <a:endCxn id="102" idx="2"/>
          </p:cNvCxnSpPr>
          <p:nvPr/>
        </p:nvCxnSpPr>
        <p:spPr>
          <a:xfrm>
            <a:off x="3727451" y="3188920"/>
            <a:ext cx="976016" cy="69892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2A8ADBFB-D776-4ADB-908A-C3031C50D750}"/>
              </a:ext>
            </a:extLst>
          </p:cNvPr>
          <p:cNvCxnSpPr>
            <a:cxnSpLocks/>
            <a:stCxn id="100" idx="6"/>
            <a:endCxn id="118" idx="2"/>
          </p:cNvCxnSpPr>
          <p:nvPr/>
        </p:nvCxnSpPr>
        <p:spPr>
          <a:xfrm flipV="1">
            <a:off x="5101542" y="1980770"/>
            <a:ext cx="1200214" cy="48153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8277AE66-3E9F-4E20-BD99-6B84329155A4}"/>
              </a:ext>
            </a:extLst>
          </p:cNvPr>
          <p:cNvCxnSpPr>
            <a:cxnSpLocks/>
            <a:stCxn id="100" idx="0"/>
            <a:endCxn id="115" idx="2"/>
          </p:cNvCxnSpPr>
          <p:nvPr/>
        </p:nvCxnSpPr>
        <p:spPr>
          <a:xfrm flipV="1">
            <a:off x="4880816" y="1985811"/>
            <a:ext cx="0" cy="24377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7DE2AD87-2E71-4360-8CF0-D05A8DCEA8A8}"/>
              </a:ext>
            </a:extLst>
          </p:cNvPr>
          <p:cNvCxnSpPr>
            <a:cxnSpLocks/>
            <a:stCxn id="101" idx="6"/>
            <a:endCxn id="106" idx="1"/>
          </p:cNvCxnSpPr>
          <p:nvPr/>
        </p:nvCxnSpPr>
        <p:spPr>
          <a:xfrm flipV="1">
            <a:off x="5205099" y="2598509"/>
            <a:ext cx="786274" cy="5862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箭头连接符 126">
            <a:extLst>
              <a:ext uri="{FF2B5EF4-FFF2-40B4-BE49-F238E27FC236}">
                <a16:creationId xmlns:a16="http://schemas.microsoft.com/office/drawing/2014/main" id="{B060B4F3-4D92-4A31-A70F-AD1F7394E4D6}"/>
              </a:ext>
            </a:extLst>
          </p:cNvPr>
          <p:cNvCxnSpPr>
            <a:cxnSpLocks/>
            <a:stCxn id="101" idx="6"/>
            <a:endCxn id="112" idx="1"/>
          </p:cNvCxnSpPr>
          <p:nvPr/>
        </p:nvCxnSpPr>
        <p:spPr>
          <a:xfrm>
            <a:off x="5205099" y="3184717"/>
            <a:ext cx="766887" cy="7031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6FED2BD1-8A24-4B2C-A22F-C1B31CDD0967}"/>
              </a:ext>
            </a:extLst>
          </p:cNvPr>
          <p:cNvCxnSpPr>
            <a:cxnSpLocks/>
            <a:stCxn id="101" idx="6"/>
            <a:endCxn id="109" idx="1"/>
          </p:cNvCxnSpPr>
          <p:nvPr/>
        </p:nvCxnSpPr>
        <p:spPr>
          <a:xfrm>
            <a:off x="5205099" y="3184717"/>
            <a:ext cx="779129" cy="112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06189422-FC87-4118-874A-1D358E350B68}"/>
              </a:ext>
            </a:extLst>
          </p:cNvPr>
          <p:cNvCxnSpPr>
            <a:cxnSpLocks/>
            <a:stCxn id="102" idx="6"/>
            <a:endCxn id="112" idx="1"/>
          </p:cNvCxnSpPr>
          <p:nvPr/>
        </p:nvCxnSpPr>
        <p:spPr>
          <a:xfrm flipV="1">
            <a:off x="5144919" y="3887848"/>
            <a:ext cx="827067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E3A2BDB8-1FE7-45A9-B180-A4B5A59AD570}"/>
              </a:ext>
            </a:extLst>
          </p:cNvPr>
          <p:cNvCxnSpPr>
            <a:cxnSpLocks/>
            <a:stCxn id="102" idx="4"/>
            <a:endCxn id="113" idx="0"/>
          </p:cNvCxnSpPr>
          <p:nvPr/>
        </p:nvCxnSpPr>
        <p:spPr>
          <a:xfrm>
            <a:off x="4924193" y="4120570"/>
            <a:ext cx="7660" cy="2571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45A05E3C-D788-4077-8C07-EF86953C6791}"/>
              </a:ext>
            </a:extLst>
          </p:cNvPr>
          <p:cNvCxnSpPr>
            <a:cxnSpLocks/>
            <a:stCxn id="112" idx="3"/>
            <a:endCxn id="117" idx="1"/>
          </p:cNvCxnSpPr>
          <p:nvPr/>
        </p:nvCxnSpPr>
        <p:spPr>
          <a:xfrm flipV="1">
            <a:off x="7269552" y="3184121"/>
            <a:ext cx="348046" cy="70372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DB0EC8A2-DCEE-4FA8-B9D6-330924D82103}"/>
              </a:ext>
            </a:extLst>
          </p:cNvPr>
          <p:cNvCxnSpPr>
            <a:cxnSpLocks/>
            <a:stCxn id="112" idx="3"/>
            <a:endCxn id="103" idx="1"/>
          </p:cNvCxnSpPr>
          <p:nvPr/>
        </p:nvCxnSpPr>
        <p:spPr>
          <a:xfrm flipV="1">
            <a:off x="7269552" y="2500438"/>
            <a:ext cx="348046" cy="138741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EBFFF7E2-3184-4712-B313-4CDCECBC193A}"/>
              </a:ext>
            </a:extLst>
          </p:cNvPr>
          <p:cNvCxnSpPr>
            <a:cxnSpLocks/>
            <a:stCxn id="112" idx="3"/>
            <a:endCxn id="116" idx="1"/>
          </p:cNvCxnSpPr>
          <p:nvPr/>
        </p:nvCxnSpPr>
        <p:spPr>
          <a:xfrm flipV="1">
            <a:off x="7269552" y="3885939"/>
            <a:ext cx="348046" cy="19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椭圆 141">
            <a:extLst>
              <a:ext uri="{FF2B5EF4-FFF2-40B4-BE49-F238E27FC236}">
                <a16:creationId xmlns:a16="http://schemas.microsoft.com/office/drawing/2014/main" id="{033762C5-4CE4-4B96-B22F-7316AF1EEB18}"/>
              </a:ext>
            </a:extLst>
          </p:cNvPr>
          <p:cNvSpPr/>
          <p:nvPr/>
        </p:nvSpPr>
        <p:spPr>
          <a:xfrm>
            <a:off x="10484915" y="1549646"/>
            <a:ext cx="441452" cy="465443"/>
          </a:xfrm>
          <a:prstGeom prst="ellipse">
            <a:avLst/>
          </a:prstGeom>
          <a:noFill/>
          <a:ln w="34925">
            <a:solidFill>
              <a:srgbClr val="548235">
                <a:alpha val="65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{6}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43" name="椭圆 142">
            <a:extLst>
              <a:ext uri="{FF2B5EF4-FFF2-40B4-BE49-F238E27FC236}">
                <a16:creationId xmlns:a16="http://schemas.microsoft.com/office/drawing/2014/main" id="{0053AA39-8B82-423A-91B5-8489F48632F1}"/>
              </a:ext>
            </a:extLst>
          </p:cNvPr>
          <p:cNvSpPr/>
          <p:nvPr/>
        </p:nvSpPr>
        <p:spPr>
          <a:xfrm>
            <a:off x="9770201" y="1084399"/>
            <a:ext cx="561811" cy="465443"/>
          </a:xfrm>
          <a:prstGeom prst="ellipse">
            <a:avLst/>
          </a:prstGeom>
          <a:noFill/>
          <a:ln w="34925">
            <a:solidFill>
              <a:srgbClr val="548235">
                <a:alpha val="65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{2,6}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44" name="椭圆 143">
            <a:extLst>
              <a:ext uri="{FF2B5EF4-FFF2-40B4-BE49-F238E27FC236}">
                <a16:creationId xmlns:a16="http://schemas.microsoft.com/office/drawing/2014/main" id="{93FE066E-874A-47A6-8E28-7E27A1AAC02E}"/>
              </a:ext>
            </a:extLst>
          </p:cNvPr>
          <p:cNvSpPr/>
          <p:nvPr/>
        </p:nvSpPr>
        <p:spPr>
          <a:xfrm>
            <a:off x="9184811" y="589295"/>
            <a:ext cx="441452" cy="465443"/>
          </a:xfrm>
          <a:prstGeom prst="ellipse">
            <a:avLst/>
          </a:prstGeom>
          <a:noFill/>
          <a:ln w="34925">
            <a:solidFill>
              <a:srgbClr val="FF5050">
                <a:alpha val="65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68DC7506-915B-4917-ACF2-EBC32E9D3B3D}"/>
              </a:ext>
            </a:extLst>
          </p:cNvPr>
          <p:cNvCxnSpPr>
            <a:cxnSpLocks/>
            <a:stCxn id="104" idx="3"/>
            <a:endCxn id="142" idx="2"/>
          </p:cNvCxnSpPr>
          <p:nvPr/>
        </p:nvCxnSpPr>
        <p:spPr>
          <a:xfrm flipV="1">
            <a:off x="8912026" y="1782368"/>
            <a:ext cx="1572889" cy="2021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5E24AF65-E7FF-4BAA-917D-DF7FF8969C39}"/>
              </a:ext>
            </a:extLst>
          </p:cNvPr>
          <p:cNvCxnSpPr>
            <a:cxnSpLocks/>
            <a:stCxn id="103" idx="0"/>
            <a:endCxn id="104" idx="2"/>
          </p:cNvCxnSpPr>
          <p:nvPr/>
        </p:nvCxnSpPr>
        <p:spPr>
          <a:xfrm flipV="1">
            <a:off x="8264812" y="1976870"/>
            <a:ext cx="0" cy="3492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5ED6D8C7-72D3-410D-8CBF-9B14EA29CDB4}"/>
              </a:ext>
            </a:extLst>
          </p:cNvPr>
          <p:cNvCxnSpPr>
            <a:cxnSpLocks/>
            <a:stCxn id="104" idx="0"/>
            <a:endCxn id="144" idx="3"/>
          </p:cNvCxnSpPr>
          <p:nvPr/>
        </p:nvCxnSpPr>
        <p:spPr>
          <a:xfrm flipV="1">
            <a:off x="8264812" y="986575"/>
            <a:ext cx="984648" cy="64172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87EABF42-20C3-46FF-92B5-D46483E84A43}"/>
              </a:ext>
            </a:extLst>
          </p:cNvPr>
          <p:cNvCxnSpPr>
            <a:cxnSpLocks/>
            <a:stCxn id="116" idx="0"/>
          </p:cNvCxnSpPr>
          <p:nvPr/>
        </p:nvCxnSpPr>
        <p:spPr>
          <a:xfrm flipV="1">
            <a:off x="8264812" y="3358404"/>
            <a:ext cx="0" cy="34365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箭头连接符 168">
            <a:extLst>
              <a:ext uri="{FF2B5EF4-FFF2-40B4-BE49-F238E27FC236}">
                <a16:creationId xmlns:a16="http://schemas.microsoft.com/office/drawing/2014/main" id="{DC484312-597E-447B-B9D1-3D10CA3C7085}"/>
              </a:ext>
            </a:extLst>
          </p:cNvPr>
          <p:cNvCxnSpPr>
            <a:cxnSpLocks/>
          </p:cNvCxnSpPr>
          <p:nvPr/>
        </p:nvCxnSpPr>
        <p:spPr>
          <a:xfrm>
            <a:off x="9260072" y="3369717"/>
            <a:ext cx="0" cy="3640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箭头连接符 171">
            <a:extLst>
              <a:ext uri="{FF2B5EF4-FFF2-40B4-BE49-F238E27FC236}">
                <a16:creationId xmlns:a16="http://schemas.microsoft.com/office/drawing/2014/main" id="{5391502A-D575-49AB-9084-6DA44E41EE30}"/>
              </a:ext>
            </a:extLst>
          </p:cNvPr>
          <p:cNvCxnSpPr>
            <a:cxnSpLocks/>
            <a:stCxn id="118" idx="3"/>
            <a:endCxn id="144" idx="2"/>
          </p:cNvCxnSpPr>
          <p:nvPr/>
        </p:nvCxnSpPr>
        <p:spPr>
          <a:xfrm flipV="1">
            <a:off x="6950539" y="822017"/>
            <a:ext cx="2234272" cy="100801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箭头连接符 174">
            <a:extLst>
              <a:ext uri="{FF2B5EF4-FFF2-40B4-BE49-F238E27FC236}">
                <a16:creationId xmlns:a16="http://schemas.microsoft.com/office/drawing/2014/main" id="{30C9379C-72FE-42A3-8A1A-8EBD01551A66}"/>
              </a:ext>
            </a:extLst>
          </p:cNvPr>
          <p:cNvCxnSpPr>
            <a:cxnSpLocks/>
            <a:stCxn id="119" idx="0"/>
            <a:endCxn id="142" idx="4"/>
          </p:cNvCxnSpPr>
          <p:nvPr/>
        </p:nvCxnSpPr>
        <p:spPr>
          <a:xfrm flipV="1">
            <a:off x="10043311" y="2015089"/>
            <a:ext cx="662330" cy="170820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箭头连接符 183">
            <a:extLst>
              <a:ext uri="{FF2B5EF4-FFF2-40B4-BE49-F238E27FC236}">
                <a16:creationId xmlns:a16="http://schemas.microsoft.com/office/drawing/2014/main" id="{F5D1D56B-8386-4949-9B06-2FBD474D0084}"/>
              </a:ext>
            </a:extLst>
          </p:cNvPr>
          <p:cNvCxnSpPr>
            <a:cxnSpLocks/>
            <a:stCxn id="119" idx="0"/>
            <a:endCxn id="143" idx="4"/>
          </p:cNvCxnSpPr>
          <p:nvPr/>
        </p:nvCxnSpPr>
        <p:spPr>
          <a:xfrm flipV="1">
            <a:off x="10043311" y="1549842"/>
            <a:ext cx="7796" cy="21734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接箭头连接符 193">
            <a:extLst>
              <a:ext uri="{FF2B5EF4-FFF2-40B4-BE49-F238E27FC236}">
                <a16:creationId xmlns:a16="http://schemas.microsoft.com/office/drawing/2014/main" id="{8D56B04E-4047-412A-AF1C-28A1C9ED41E1}"/>
              </a:ext>
            </a:extLst>
          </p:cNvPr>
          <p:cNvCxnSpPr>
            <a:cxnSpLocks/>
            <a:stCxn id="110" idx="2"/>
            <a:endCxn id="99" idx="0"/>
          </p:cNvCxnSpPr>
          <p:nvPr/>
        </p:nvCxnSpPr>
        <p:spPr>
          <a:xfrm>
            <a:off x="3078668" y="1985811"/>
            <a:ext cx="0" cy="34034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箭头连接符 196">
            <a:extLst>
              <a:ext uri="{FF2B5EF4-FFF2-40B4-BE49-F238E27FC236}">
                <a16:creationId xmlns:a16="http://schemas.microsoft.com/office/drawing/2014/main" id="{6727103C-4E9E-4BE8-B116-7DF57BB775BA}"/>
              </a:ext>
            </a:extLst>
          </p:cNvPr>
          <p:cNvCxnSpPr>
            <a:cxnSpLocks/>
            <a:stCxn id="99" idx="2"/>
            <a:endCxn id="79" idx="0"/>
          </p:cNvCxnSpPr>
          <p:nvPr/>
        </p:nvCxnSpPr>
        <p:spPr>
          <a:xfrm>
            <a:off x="3078668" y="2674721"/>
            <a:ext cx="0" cy="33032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任意多边形: 形状 272">
            <a:extLst>
              <a:ext uri="{FF2B5EF4-FFF2-40B4-BE49-F238E27FC236}">
                <a16:creationId xmlns:a16="http://schemas.microsoft.com/office/drawing/2014/main" id="{AA557A11-4D08-45A9-B0C2-07AB650C9ABE}"/>
              </a:ext>
            </a:extLst>
          </p:cNvPr>
          <p:cNvSpPr/>
          <p:nvPr/>
        </p:nvSpPr>
        <p:spPr>
          <a:xfrm>
            <a:off x="7067359" y="545274"/>
            <a:ext cx="2200275" cy="2467643"/>
          </a:xfrm>
          <a:custGeom>
            <a:avLst/>
            <a:gdLst>
              <a:gd name="connsiteX0" fmla="*/ 0 w 2200275"/>
              <a:gd name="connsiteY0" fmla="*/ 2467643 h 2467643"/>
              <a:gd name="connsiteX1" fmla="*/ 876300 w 2200275"/>
              <a:gd name="connsiteY1" fmla="*/ 281656 h 2467643"/>
              <a:gd name="connsiteX2" fmla="*/ 2200275 w 2200275"/>
              <a:gd name="connsiteY2" fmla="*/ 95918 h 246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00275" h="2467643">
                <a:moveTo>
                  <a:pt x="0" y="2467643"/>
                </a:moveTo>
                <a:cubicBezTo>
                  <a:pt x="254794" y="1572293"/>
                  <a:pt x="509588" y="676943"/>
                  <a:pt x="876300" y="281656"/>
                </a:cubicBezTo>
                <a:cubicBezTo>
                  <a:pt x="1243012" y="-113631"/>
                  <a:pt x="1721643" y="-8857"/>
                  <a:pt x="2200275" y="95918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6" name="任意多边形: 形状 275">
            <a:extLst>
              <a:ext uri="{FF2B5EF4-FFF2-40B4-BE49-F238E27FC236}">
                <a16:creationId xmlns:a16="http://schemas.microsoft.com/office/drawing/2014/main" id="{42FB9EA0-4D7D-491F-A16D-3673FD1917EF}"/>
              </a:ext>
            </a:extLst>
          </p:cNvPr>
          <p:cNvSpPr/>
          <p:nvPr/>
        </p:nvSpPr>
        <p:spPr>
          <a:xfrm>
            <a:off x="5101399" y="1938497"/>
            <a:ext cx="5440680" cy="533400"/>
          </a:xfrm>
          <a:custGeom>
            <a:avLst/>
            <a:gdLst>
              <a:gd name="connsiteX0" fmla="*/ 0 w 5440680"/>
              <a:gd name="connsiteY0" fmla="*/ 533400 h 533400"/>
              <a:gd name="connsiteX1" fmla="*/ 1371600 w 5440680"/>
              <a:gd name="connsiteY1" fmla="*/ 274320 h 533400"/>
              <a:gd name="connsiteX2" fmla="*/ 4152900 w 5440680"/>
              <a:gd name="connsiteY2" fmla="*/ 220980 h 533400"/>
              <a:gd name="connsiteX3" fmla="*/ 5440680 w 5440680"/>
              <a:gd name="connsiteY3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0680" h="533400">
                <a:moveTo>
                  <a:pt x="0" y="533400"/>
                </a:moveTo>
                <a:cubicBezTo>
                  <a:pt x="339725" y="429895"/>
                  <a:pt x="679450" y="326390"/>
                  <a:pt x="1371600" y="274320"/>
                </a:cubicBezTo>
                <a:cubicBezTo>
                  <a:pt x="2063750" y="222250"/>
                  <a:pt x="3474720" y="266700"/>
                  <a:pt x="4152900" y="220980"/>
                </a:cubicBezTo>
                <a:cubicBezTo>
                  <a:pt x="4831080" y="175260"/>
                  <a:pt x="5231130" y="36830"/>
                  <a:pt x="5440680" y="0"/>
                </a:cubicBezTo>
              </a:path>
            </a:pathLst>
          </a:custGeom>
          <a:noFill/>
          <a:ln w="25400">
            <a:solidFill>
              <a:schemeClr val="bg1">
                <a:lumMod val="50000"/>
                <a:alpha val="7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9" name="任意多边形: 形状 278">
            <a:extLst>
              <a:ext uri="{FF2B5EF4-FFF2-40B4-BE49-F238E27FC236}">
                <a16:creationId xmlns:a16="http://schemas.microsoft.com/office/drawing/2014/main" id="{053C6A1C-1D13-45D6-92B3-35CF0AB65CC9}"/>
              </a:ext>
            </a:extLst>
          </p:cNvPr>
          <p:cNvSpPr/>
          <p:nvPr/>
        </p:nvSpPr>
        <p:spPr>
          <a:xfrm>
            <a:off x="5168709" y="718661"/>
            <a:ext cx="4000500" cy="3157856"/>
          </a:xfrm>
          <a:custGeom>
            <a:avLst/>
            <a:gdLst>
              <a:gd name="connsiteX0" fmla="*/ 0 w 4000500"/>
              <a:gd name="connsiteY0" fmla="*/ 3157856 h 3157856"/>
              <a:gd name="connsiteX1" fmla="*/ 444500 w 4000500"/>
              <a:gd name="connsiteY1" fmla="*/ 2700656 h 3157856"/>
              <a:gd name="connsiteX2" fmla="*/ 285750 w 4000500"/>
              <a:gd name="connsiteY2" fmla="*/ 954406 h 3157856"/>
              <a:gd name="connsiteX3" fmla="*/ 2032000 w 4000500"/>
              <a:gd name="connsiteY3" fmla="*/ 128906 h 3157856"/>
              <a:gd name="connsiteX4" fmla="*/ 4000500 w 4000500"/>
              <a:gd name="connsiteY4" fmla="*/ 14606 h 3157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00500" h="3157856">
                <a:moveTo>
                  <a:pt x="0" y="3157856"/>
                </a:moveTo>
                <a:cubicBezTo>
                  <a:pt x="198437" y="3112877"/>
                  <a:pt x="396875" y="3067898"/>
                  <a:pt x="444500" y="2700656"/>
                </a:cubicBezTo>
                <a:cubicBezTo>
                  <a:pt x="492125" y="2333414"/>
                  <a:pt x="21167" y="1383031"/>
                  <a:pt x="285750" y="954406"/>
                </a:cubicBezTo>
                <a:cubicBezTo>
                  <a:pt x="550333" y="525781"/>
                  <a:pt x="1412875" y="285539"/>
                  <a:pt x="2032000" y="128906"/>
                </a:cubicBezTo>
                <a:cubicBezTo>
                  <a:pt x="2651125" y="-27727"/>
                  <a:pt x="3325812" y="-6561"/>
                  <a:pt x="4000500" y="14606"/>
                </a:cubicBezTo>
              </a:path>
            </a:pathLst>
          </a:custGeom>
          <a:noFill/>
          <a:ln w="25400">
            <a:solidFill>
              <a:schemeClr val="bg1">
                <a:lumMod val="50000"/>
                <a:alpha val="7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0" name="文本框 279">
            <a:extLst>
              <a:ext uri="{FF2B5EF4-FFF2-40B4-BE49-F238E27FC236}">
                <a16:creationId xmlns:a16="http://schemas.microsoft.com/office/drawing/2014/main" id="{DCA7BE61-224C-4014-8B06-DC844C6A173B}"/>
              </a:ext>
            </a:extLst>
          </p:cNvPr>
          <p:cNvSpPr txBox="1"/>
          <p:nvPr/>
        </p:nvSpPr>
        <p:spPr>
          <a:xfrm>
            <a:off x="3912094" y="2694804"/>
            <a:ext cx="597065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9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 [5, 7)</a:t>
            </a:r>
            <a:endParaRPr lang="zh-CN" altLang="en-US" sz="900" dirty="0"/>
          </a:p>
        </p:txBody>
      </p:sp>
      <p:sp>
        <p:nvSpPr>
          <p:cNvPr id="281" name="文本框 280">
            <a:extLst>
              <a:ext uri="{FF2B5EF4-FFF2-40B4-BE49-F238E27FC236}">
                <a16:creationId xmlns:a16="http://schemas.microsoft.com/office/drawing/2014/main" id="{AE4AE7D3-8B7B-42A8-8AF0-8D7CBC77A1DB}"/>
              </a:ext>
            </a:extLst>
          </p:cNvPr>
          <p:cNvSpPr txBox="1"/>
          <p:nvPr/>
        </p:nvSpPr>
        <p:spPr>
          <a:xfrm>
            <a:off x="3915591" y="3066655"/>
            <a:ext cx="597066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9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900" kern="1200" baseline="-25000" dirty="0"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[7, 16)</a:t>
            </a:r>
            <a:endParaRPr lang="zh-CN" altLang="en-US" sz="900" dirty="0"/>
          </a:p>
        </p:txBody>
      </p:sp>
      <p:sp>
        <p:nvSpPr>
          <p:cNvPr id="285" name="文本框 284">
            <a:extLst>
              <a:ext uri="{FF2B5EF4-FFF2-40B4-BE49-F238E27FC236}">
                <a16:creationId xmlns:a16="http://schemas.microsoft.com/office/drawing/2014/main" id="{BCB7309D-B437-4C4D-982A-4EBE3A96064D}"/>
              </a:ext>
            </a:extLst>
          </p:cNvPr>
          <p:cNvSpPr txBox="1"/>
          <p:nvPr/>
        </p:nvSpPr>
        <p:spPr>
          <a:xfrm>
            <a:off x="3871143" y="3438979"/>
            <a:ext cx="671049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9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900" kern="1200" baseline="-25000" dirty="0"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[16, 17)</a:t>
            </a:r>
            <a:endParaRPr lang="zh-CN" altLang="en-US" sz="900" dirty="0"/>
          </a:p>
        </p:txBody>
      </p:sp>
      <p:sp>
        <p:nvSpPr>
          <p:cNvPr id="286" name="文本框 285">
            <a:extLst>
              <a:ext uri="{FF2B5EF4-FFF2-40B4-BE49-F238E27FC236}">
                <a16:creationId xmlns:a16="http://schemas.microsoft.com/office/drawing/2014/main" id="{73E19F74-4206-43F0-9829-BFEE703CE056}"/>
              </a:ext>
            </a:extLst>
          </p:cNvPr>
          <p:cNvSpPr txBox="1"/>
          <p:nvPr/>
        </p:nvSpPr>
        <p:spPr>
          <a:xfrm>
            <a:off x="9033773" y="1700046"/>
            <a:ext cx="597065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9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 [4, 6)</a:t>
            </a:r>
            <a:endParaRPr lang="zh-CN" altLang="en-US" sz="900" dirty="0"/>
          </a:p>
        </p:txBody>
      </p:sp>
      <p:sp>
        <p:nvSpPr>
          <p:cNvPr id="290" name="文本框 289">
            <a:extLst>
              <a:ext uri="{FF2B5EF4-FFF2-40B4-BE49-F238E27FC236}">
                <a16:creationId xmlns:a16="http://schemas.microsoft.com/office/drawing/2014/main" id="{4903982C-57B5-4C36-A98A-B9DD33B23EC3}"/>
              </a:ext>
            </a:extLst>
          </p:cNvPr>
          <p:cNvSpPr txBox="1"/>
          <p:nvPr/>
        </p:nvSpPr>
        <p:spPr>
          <a:xfrm>
            <a:off x="8447255" y="1207880"/>
            <a:ext cx="665605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9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 [11, 12)</a:t>
            </a:r>
            <a:endParaRPr lang="zh-CN" altLang="en-US" sz="900" dirty="0"/>
          </a:p>
        </p:txBody>
      </p: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E560E52D-1E59-4972-B8D3-8716C46C4208}"/>
              </a:ext>
            </a:extLst>
          </p:cNvPr>
          <p:cNvCxnSpPr>
            <a:cxnSpLocks/>
            <a:stCxn id="104" idx="3"/>
            <a:endCxn id="143" idx="2"/>
          </p:cNvCxnSpPr>
          <p:nvPr/>
        </p:nvCxnSpPr>
        <p:spPr>
          <a:xfrm flipV="1">
            <a:off x="8912026" y="1317121"/>
            <a:ext cx="858175" cy="48546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文本框 286">
            <a:extLst>
              <a:ext uri="{FF2B5EF4-FFF2-40B4-BE49-F238E27FC236}">
                <a16:creationId xmlns:a16="http://schemas.microsoft.com/office/drawing/2014/main" id="{6CB08734-076D-4E79-BB05-937D2EFB589C}"/>
              </a:ext>
            </a:extLst>
          </p:cNvPr>
          <p:cNvSpPr txBox="1"/>
          <p:nvPr/>
        </p:nvSpPr>
        <p:spPr>
          <a:xfrm>
            <a:off x="8988841" y="1456202"/>
            <a:ext cx="597065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9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 [6, 11)</a:t>
            </a:r>
            <a:endParaRPr lang="zh-CN" altLang="en-US" sz="900" dirty="0"/>
          </a:p>
        </p:txBody>
      </p:sp>
      <p:sp>
        <p:nvSpPr>
          <p:cNvPr id="291" name="文本框 290">
            <a:extLst>
              <a:ext uri="{FF2B5EF4-FFF2-40B4-BE49-F238E27FC236}">
                <a16:creationId xmlns:a16="http://schemas.microsoft.com/office/drawing/2014/main" id="{5B807806-38DE-4703-9C3C-54D3DAFAF155}"/>
              </a:ext>
            </a:extLst>
          </p:cNvPr>
          <p:cNvSpPr txBox="1"/>
          <p:nvPr/>
        </p:nvSpPr>
        <p:spPr>
          <a:xfrm>
            <a:off x="10337419" y="2184815"/>
            <a:ext cx="597065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9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 [4, 6)</a:t>
            </a:r>
            <a:endParaRPr lang="zh-CN" altLang="en-US" sz="900" dirty="0"/>
          </a:p>
        </p:txBody>
      </p:sp>
      <p:sp>
        <p:nvSpPr>
          <p:cNvPr id="292" name="文本框 291">
            <a:extLst>
              <a:ext uri="{FF2B5EF4-FFF2-40B4-BE49-F238E27FC236}">
                <a16:creationId xmlns:a16="http://schemas.microsoft.com/office/drawing/2014/main" id="{4D2FA590-A0E3-4FEF-B424-70EBFF14C674}"/>
              </a:ext>
            </a:extLst>
          </p:cNvPr>
          <p:cNvSpPr txBox="1"/>
          <p:nvPr/>
        </p:nvSpPr>
        <p:spPr>
          <a:xfrm>
            <a:off x="9826560" y="2375426"/>
            <a:ext cx="597065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9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 [6, 16)</a:t>
            </a:r>
            <a:endParaRPr lang="zh-CN" altLang="en-US" sz="900" dirty="0"/>
          </a:p>
        </p:txBody>
      </p:sp>
      <p:cxnSp>
        <p:nvCxnSpPr>
          <p:cNvPr id="187" name="直接箭头连接符 186">
            <a:extLst>
              <a:ext uri="{FF2B5EF4-FFF2-40B4-BE49-F238E27FC236}">
                <a16:creationId xmlns:a16="http://schemas.microsoft.com/office/drawing/2014/main" id="{58D4D5B1-6CB3-4378-95B7-BBFC57BED903}"/>
              </a:ext>
            </a:extLst>
          </p:cNvPr>
          <p:cNvCxnSpPr>
            <a:cxnSpLocks/>
            <a:stCxn id="119" idx="0"/>
            <a:endCxn id="144" idx="5"/>
          </p:cNvCxnSpPr>
          <p:nvPr/>
        </p:nvCxnSpPr>
        <p:spPr>
          <a:xfrm flipH="1" flipV="1">
            <a:off x="9561614" y="986575"/>
            <a:ext cx="481697" cy="273671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文本框 292">
            <a:extLst>
              <a:ext uri="{FF2B5EF4-FFF2-40B4-BE49-F238E27FC236}">
                <a16:creationId xmlns:a16="http://schemas.microsoft.com/office/drawing/2014/main" id="{FA745277-92D1-48AF-AE5C-13266B72581A}"/>
              </a:ext>
            </a:extLst>
          </p:cNvPr>
          <p:cNvSpPr txBox="1"/>
          <p:nvPr/>
        </p:nvSpPr>
        <p:spPr>
          <a:xfrm>
            <a:off x="9365895" y="2758221"/>
            <a:ext cx="665149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9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 [16, 17)</a:t>
            </a:r>
            <a:endParaRPr lang="zh-CN" altLang="en-US" sz="900" dirty="0"/>
          </a:p>
        </p:txBody>
      </p:sp>
      <p:sp>
        <p:nvSpPr>
          <p:cNvPr id="294" name="文本框 293">
            <a:extLst>
              <a:ext uri="{FF2B5EF4-FFF2-40B4-BE49-F238E27FC236}">
                <a16:creationId xmlns:a16="http://schemas.microsoft.com/office/drawing/2014/main" id="{5C006FD2-FB53-465D-B478-37841EE49027}"/>
              </a:ext>
            </a:extLst>
          </p:cNvPr>
          <p:cNvSpPr txBox="1"/>
          <p:nvPr/>
        </p:nvSpPr>
        <p:spPr>
          <a:xfrm>
            <a:off x="7389245" y="994775"/>
            <a:ext cx="665605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9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 [3, 5)</a:t>
            </a:r>
            <a:endParaRPr lang="zh-CN" altLang="en-US" sz="900" dirty="0"/>
          </a:p>
        </p:txBody>
      </p:sp>
    </p:spTree>
    <p:extLst>
      <p:ext uri="{BB962C8B-B14F-4D97-AF65-F5344CB8AC3E}">
        <p14:creationId xmlns:p14="http://schemas.microsoft.com/office/powerpoint/2010/main" val="1784042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5F4EF853-76E6-4D7C-9423-71A2AFB1DC8D}"/>
              </a:ext>
            </a:extLst>
          </p:cNvPr>
          <p:cNvCxnSpPr>
            <a:cxnSpLocks/>
            <a:stCxn id="67" idx="2"/>
            <a:endCxn id="73" idx="0"/>
          </p:cNvCxnSpPr>
          <p:nvPr/>
        </p:nvCxnSpPr>
        <p:spPr>
          <a:xfrm>
            <a:off x="7947844" y="2117292"/>
            <a:ext cx="1653862" cy="714206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文本框 190">
            <a:extLst>
              <a:ext uri="{FF2B5EF4-FFF2-40B4-BE49-F238E27FC236}">
                <a16:creationId xmlns:a16="http://schemas.microsoft.com/office/drawing/2014/main" id="{BB559128-D9DB-4224-9E02-29007FF17F30}"/>
              </a:ext>
            </a:extLst>
          </p:cNvPr>
          <p:cNvSpPr txBox="1"/>
          <p:nvPr/>
        </p:nvSpPr>
        <p:spPr>
          <a:xfrm>
            <a:off x="5322071" y="1948015"/>
            <a:ext cx="11456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 err="1">
                <a:latin typeface="Euclid" panose="02020503060505020303" pitchFamily="18" charset="0"/>
              </a:rPr>
              <a:t>bgb</a:t>
            </a:r>
            <a:r>
              <a:rPr lang="en-US" altLang="zh-CN" sz="1600" dirty="0">
                <a:latin typeface="Euclid" panose="02020503060505020303" pitchFamily="18" charset="0"/>
              </a:rPr>
              <a:t>, [1,2))</a:t>
            </a: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8F9EFC38-D03B-4008-96B5-B92BC368066D}"/>
              </a:ext>
            </a:extLst>
          </p:cNvPr>
          <p:cNvSpPr/>
          <p:nvPr/>
        </p:nvSpPr>
        <p:spPr>
          <a:xfrm>
            <a:off x="4396902" y="2807019"/>
            <a:ext cx="945064" cy="572010"/>
          </a:xfrm>
          <a:prstGeom prst="roundRect">
            <a:avLst/>
          </a:prstGeom>
          <a:noFill/>
          <a:ln w="60325" cmpd="dbl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2400" dirty="0">
                <a:solidFill>
                  <a:srgbClr val="FF5050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3,1,2</a:t>
            </a:r>
            <a:endParaRPr lang="zh-CN" altLang="en-US" sz="2400" dirty="0">
              <a:solidFill>
                <a:srgbClr val="FF5050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B2BC1284-FE33-4ECB-9DBC-D29986748E27}"/>
              </a:ext>
            </a:extLst>
          </p:cNvPr>
          <p:cNvSpPr/>
          <p:nvPr/>
        </p:nvSpPr>
        <p:spPr>
          <a:xfrm>
            <a:off x="7475312" y="1545282"/>
            <a:ext cx="945064" cy="572010"/>
          </a:xfrm>
          <a:prstGeom prst="roundRect">
            <a:avLst/>
          </a:prstGeom>
          <a:noFill/>
          <a:ln w="127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1,3,4</a:t>
            </a:r>
            <a:endParaRPr lang="zh-CN" altLang="en-US" sz="24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08696B51-B008-4665-B6C9-CBA57A110395}"/>
              </a:ext>
            </a:extLst>
          </p:cNvPr>
          <p:cNvSpPr/>
          <p:nvPr/>
        </p:nvSpPr>
        <p:spPr>
          <a:xfrm>
            <a:off x="9129174" y="2831498"/>
            <a:ext cx="945064" cy="572010"/>
          </a:xfrm>
          <a:prstGeom prst="roundRect">
            <a:avLst/>
          </a:prstGeom>
          <a:noFill/>
          <a:ln w="127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2,2,2</a:t>
            </a:r>
            <a:endParaRPr lang="zh-CN" altLang="en-US" sz="24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C4028BF8-4057-44A9-8083-07AE24EBCAC3}"/>
              </a:ext>
            </a:extLst>
          </p:cNvPr>
          <p:cNvGrpSpPr/>
          <p:nvPr/>
        </p:nvGrpSpPr>
        <p:grpSpPr>
          <a:xfrm>
            <a:off x="213701" y="142173"/>
            <a:ext cx="1698856" cy="2275817"/>
            <a:chOff x="531142" y="820466"/>
            <a:chExt cx="6040582" cy="4992255"/>
          </a:xfrm>
        </p:grpSpPr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D8321E56-7B13-4465-A63D-0868112C7C90}"/>
                </a:ext>
              </a:extLst>
            </p:cNvPr>
            <p:cNvSpPr/>
            <p:nvPr/>
          </p:nvSpPr>
          <p:spPr>
            <a:xfrm>
              <a:off x="531142" y="820466"/>
              <a:ext cx="6040582" cy="4992255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05CB7C7-329F-4EDC-A1A8-67BD2C7EA4BB}"/>
                </a:ext>
              </a:extLst>
            </p:cNvPr>
            <p:cNvCxnSpPr>
              <a:cxnSpLocks/>
              <a:endCxn id="85" idx="2"/>
            </p:cNvCxnSpPr>
            <p:nvPr/>
          </p:nvCxnSpPr>
          <p:spPr>
            <a:xfrm flipH="1">
              <a:off x="3551433" y="1893455"/>
              <a:ext cx="3020291" cy="3919266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3699FFAF-2469-4532-AAC3-6DBB5A343326}"/>
                </a:ext>
              </a:extLst>
            </p:cNvPr>
            <p:cNvCxnSpPr>
              <a:cxnSpLocks/>
              <a:endCxn id="85" idx="1"/>
            </p:cNvCxnSpPr>
            <p:nvPr/>
          </p:nvCxnSpPr>
          <p:spPr>
            <a:xfrm flipH="1">
              <a:off x="531142" y="1893455"/>
              <a:ext cx="6040582" cy="1423139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813693B7-4BB0-44D7-91E1-FC053F58AC29}"/>
                </a:ext>
              </a:extLst>
            </p:cNvPr>
            <p:cNvCxnSpPr>
              <a:cxnSpLocks/>
            </p:cNvCxnSpPr>
            <p:nvPr/>
          </p:nvCxnSpPr>
          <p:spPr>
            <a:xfrm>
              <a:off x="531142" y="820466"/>
              <a:ext cx="3020291" cy="1774952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BF057D27-93C2-4DAB-8CF5-C4790ABFA308}"/>
                </a:ext>
              </a:extLst>
            </p:cNvPr>
            <p:cNvSpPr txBox="1"/>
            <p:nvPr/>
          </p:nvSpPr>
          <p:spPr>
            <a:xfrm>
              <a:off x="1033346" y="1820591"/>
              <a:ext cx="4154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latin typeface="Euclid" panose="02020503060505020303" pitchFamily="18" charset="0"/>
                </a:rPr>
                <a:t>1</a:t>
              </a:r>
              <a:endParaRPr lang="zh-CN" altLang="en-US" sz="3600" dirty="0">
                <a:latin typeface="Euclid" panose="02020503060505020303" pitchFamily="18" charset="0"/>
              </a:endParaRPr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E6A017C3-11F8-47E5-AA89-51F43EE9504C}"/>
                </a:ext>
              </a:extLst>
            </p:cNvPr>
            <p:cNvSpPr txBox="1"/>
            <p:nvPr/>
          </p:nvSpPr>
          <p:spPr>
            <a:xfrm>
              <a:off x="4187231" y="1174260"/>
              <a:ext cx="4154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latin typeface="Euclid" panose="02020503060505020303" pitchFamily="18" charset="0"/>
                </a:rPr>
                <a:t>3</a:t>
              </a:r>
              <a:endParaRPr lang="zh-CN" altLang="en-US" sz="3600" dirty="0">
                <a:latin typeface="Euclid" panose="02020503060505020303" pitchFamily="18" charset="0"/>
              </a:endParaRPr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D95290B1-71FF-4015-B2F0-EED227A26231}"/>
                </a:ext>
              </a:extLst>
            </p:cNvPr>
            <p:cNvSpPr txBox="1"/>
            <p:nvPr/>
          </p:nvSpPr>
          <p:spPr>
            <a:xfrm>
              <a:off x="2898046" y="3897992"/>
              <a:ext cx="4154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latin typeface="Euclid" panose="02020503060505020303" pitchFamily="18" charset="0"/>
                </a:rPr>
                <a:t>2</a:t>
              </a:r>
              <a:endParaRPr lang="zh-CN" altLang="en-US" sz="3600" dirty="0">
                <a:latin typeface="Euclid" panose="02020503060505020303" pitchFamily="18" charset="0"/>
              </a:endParaRPr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7494AD1C-E30F-4917-AA36-1D4F1057A6E3}"/>
                </a:ext>
              </a:extLst>
            </p:cNvPr>
            <p:cNvSpPr txBox="1"/>
            <p:nvPr/>
          </p:nvSpPr>
          <p:spPr>
            <a:xfrm>
              <a:off x="5401651" y="4468138"/>
              <a:ext cx="4154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latin typeface="Euclid" panose="02020503060505020303" pitchFamily="18" charset="0"/>
                </a:rPr>
                <a:t>4</a:t>
              </a:r>
              <a:endParaRPr lang="zh-CN" altLang="en-US" sz="3600" dirty="0">
                <a:latin typeface="Euclid" panose="02020503060505020303" pitchFamily="18" charset="0"/>
              </a:endParaRPr>
            </a:p>
          </p:txBody>
        </p:sp>
      </p:grpSp>
      <p:sp>
        <p:nvSpPr>
          <p:cNvPr id="164" name="椭圆 163">
            <a:extLst>
              <a:ext uri="{FF2B5EF4-FFF2-40B4-BE49-F238E27FC236}">
                <a16:creationId xmlns:a16="http://schemas.microsoft.com/office/drawing/2014/main" id="{C47B6EFB-DFE7-411F-AC1C-E866996F4F5E}"/>
              </a:ext>
            </a:extLst>
          </p:cNvPr>
          <p:cNvSpPr/>
          <p:nvPr/>
        </p:nvSpPr>
        <p:spPr>
          <a:xfrm>
            <a:off x="213701" y="3783398"/>
            <a:ext cx="366492" cy="3664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1</a:t>
            </a:r>
            <a:endParaRPr lang="zh-CN" altLang="en-US" sz="14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165" name="椭圆 164">
            <a:extLst>
              <a:ext uri="{FF2B5EF4-FFF2-40B4-BE49-F238E27FC236}">
                <a16:creationId xmlns:a16="http://schemas.microsoft.com/office/drawing/2014/main" id="{9B655098-BB4D-45EA-87BE-F082DC99EA2C}"/>
              </a:ext>
            </a:extLst>
          </p:cNvPr>
          <p:cNvSpPr/>
          <p:nvPr/>
        </p:nvSpPr>
        <p:spPr>
          <a:xfrm>
            <a:off x="1050341" y="3783398"/>
            <a:ext cx="366492" cy="3664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2</a:t>
            </a:r>
            <a:endParaRPr lang="zh-CN" altLang="en-US" sz="14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166" name="椭圆 165">
            <a:extLst>
              <a:ext uri="{FF2B5EF4-FFF2-40B4-BE49-F238E27FC236}">
                <a16:creationId xmlns:a16="http://schemas.microsoft.com/office/drawing/2014/main" id="{BB4697F9-043D-4E97-ABC5-5905A6B7F8A1}"/>
              </a:ext>
            </a:extLst>
          </p:cNvPr>
          <p:cNvSpPr/>
          <p:nvPr/>
        </p:nvSpPr>
        <p:spPr>
          <a:xfrm>
            <a:off x="1628964" y="4458491"/>
            <a:ext cx="366492" cy="3664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4</a:t>
            </a:r>
            <a:endParaRPr lang="zh-CN" altLang="en-US" sz="14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167" name="椭圆 166">
            <a:extLst>
              <a:ext uri="{FF2B5EF4-FFF2-40B4-BE49-F238E27FC236}">
                <a16:creationId xmlns:a16="http://schemas.microsoft.com/office/drawing/2014/main" id="{E822B76E-82EE-41F5-B19B-EF1E2CB260C8}"/>
              </a:ext>
            </a:extLst>
          </p:cNvPr>
          <p:cNvSpPr/>
          <p:nvPr/>
        </p:nvSpPr>
        <p:spPr>
          <a:xfrm>
            <a:off x="1050341" y="3142036"/>
            <a:ext cx="366492" cy="3664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3</a:t>
            </a:r>
            <a:endParaRPr lang="zh-CN" altLang="en-US" sz="14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8C6D86B0-056E-4B86-815A-B751AD16DA29}"/>
              </a:ext>
            </a:extLst>
          </p:cNvPr>
          <p:cNvCxnSpPr>
            <a:stCxn id="164" idx="6"/>
            <a:endCxn id="165" idx="2"/>
          </p:cNvCxnSpPr>
          <p:nvPr/>
        </p:nvCxnSpPr>
        <p:spPr>
          <a:xfrm>
            <a:off x="580193" y="3966644"/>
            <a:ext cx="470148" cy="0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箭头连接符 168">
            <a:extLst>
              <a:ext uri="{FF2B5EF4-FFF2-40B4-BE49-F238E27FC236}">
                <a16:creationId xmlns:a16="http://schemas.microsoft.com/office/drawing/2014/main" id="{D002B5DC-45C4-498C-B2CC-B0FED33E998F}"/>
              </a:ext>
            </a:extLst>
          </p:cNvPr>
          <p:cNvCxnSpPr>
            <a:cxnSpLocks/>
            <a:stCxn id="165" idx="5"/>
            <a:endCxn id="166" idx="1"/>
          </p:cNvCxnSpPr>
          <p:nvPr/>
        </p:nvCxnSpPr>
        <p:spPr>
          <a:xfrm>
            <a:off x="1363162" y="4096219"/>
            <a:ext cx="319473" cy="415943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箭头连接符 169">
            <a:extLst>
              <a:ext uri="{FF2B5EF4-FFF2-40B4-BE49-F238E27FC236}">
                <a16:creationId xmlns:a16="http://schemas.microsoft.com/office/drawing/2014/main" id="{537B9D7F-B239-4890-BBF2-504493173DC9}"/>
              </a:ext>
            </a:extLst>
          </p:cNvPr>
          <p:cNvCxnSpPr>
            <a:cxnSpLocks/>
            <a:stCxn id="165" idx="0"/>
            <a:endCxn id="167" idx="4"/>
          </p:cNvCxnSpPr>
          <p:nvPr/>
        </p:nvCxnSpPr>
        <p:spPr>
          <a:xfrm flipV="1">
            <a:off x="1233588" y="3508529"/>
            <a:ext cx="0" cy="274869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文本框 170">
            <a:extLst>
              <a:ext uri="{FF2B5EF4-FFF2-40B4-BE49-F238E27FC236}">
                <a16:creationId xmlns:a16="http://schemas.microsoft.com/office/drawing/2014/main" id="{ADCB268D-C989-4468-9F5E-463D00721EBB}"/>
              </a:ext>
            </a:extLst>
          </p:cNvPr>
          <p:cNvSpPr txBox="1"/>
          <p:nvPr/>
        </p:nvSpPr>
        <p:spPr>
          <a:xfrm>
            <a:off x="665551" y="3743498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>
                <a:latin typeface="Euclid" panose="02020503060505020303" pitchFamily="18" charset="0"/>
              </a:rPr>
              <a:t>a</a:t>
            </a:r>
            <a:endParaRPr lang="zh-CN" altLang="en-US" sz="1050" dirty="0">
              <a:latin typeface="Euclid" panose="02020503060505020303" pitchFamily="18" charset="0"/>
            </a:endParaRP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869CC68A-FC92-4C11-B3AF-642815669A6E}"/>
              </a:ext>
            </a:extLst>
          </p:cNvPr>
          <p:cNvSpPr txBox="1"/>
          <p:nvPr/>
        </p:nvSpPr>
        <p:spPr>
          <a:xfrm>
            <a:off x="1238317" y="4271234"/>
            <a:ext cx="2487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>
                <a:latin typeface="Euclid" panose="02020503060505020303" pitchFamily="18" charset="0"/>
              </a:rPr>
              <a:t>c</a:t>
            </a:r>
            <a:endParaRPr lang="zh-CN" altLang="en-US" sz="1050" dirty="0">
              <a:latin typeface="Euclid" panose="02020503060505020303" pitchFamily="18" charset="0"/>
            </a:endParaRPr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BEE49700-6206-4304-9370-2F2A38C9D975}"/>
              </a:ext>
            </a:extLst>
          </p:cNvPr>
          <p:cNvSpPr txBox="1"/>
          <p:nvPr/>
        </p:nvSpPr>
        <p:spPr>
          <a:xfrm>
            <a:off x="1256672" y="3563139"/>
            <a:ext cx="2487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>
                <a:latin typeface="Euclid" panose="02020503060505020303" pitchFamily="18" charset="0"/>
              </a:rPr>
              <a:t>b</a:t>
            </a:r>
            <a:endParaRPr lang="zh-CN" altLang="en-US" sz="1050" dirty="0">
              <a:latin typeface="Euclid" panose="02020503060505020303" pitchFamily="18" charset="0"/>
            </a:endParaRPr>
          </a:p>
        </p:txBody>
      </p:sp>
      <p:sp>
        <p:nvSpPr>
          <p:cNvPr id="174" name="椭圆 173">
            <a:extLst>
              <a:ext uri="{FF2B5EF4-FFF2-40B4-BE49-F238E27FC236}">
                <a16:creationId xmlns:a16="http://schemas.microsoft.com/office/drawing/2014/main" id="{D332526E-5DEB-49CC-9D38-1D13B2FFDC7F}"/>
              </a:ext>
            </a:extLst>
          </p:cNvPr>
          <p:cNvSpPr/>
          <p:nvPr/>
        </p:nvSpPr>
        <p:spPr>
          <a:xfrm>
            <a:off x="2298252" y="3641899"/>
            <a:ext cx="366492" cy="3664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1</a:t>
            </a:r>
            <a:endParaRPr lang="zh-CN" altLang="en-US" sz="14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175" name="椭圆 174">
            <a:extLst>
              <a:ext uri="{FF2B5EF4-FFF2-40B4-BE49-F238E27FC236}">
                <a16:creationId xmlns:a16="http://schemas.microsoft.com/office/drawing/2014/main" id="{D2EAB800-9035-4842-B153-3E65B202DEE7}"/>
              </a:ext>
            </a:extLst>
          </p:cNvPr>
          <p:cNvSpPr/>
          <p:nvPr/>
        </p:nvSpPr>
        <p:spPr>
          <a:xfrm>
            <a:off x="3134892" y="3641899"/>
            <a:ext cx="366492" cy="3664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2</a:t>
            </a:r>
            <a:endParaRPr lang="zh-CN" altLang="en-US" sz="14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176" name="椭圆 175">
            <a:extLst>
              <a:ext uri="{FF2B5EF4-FFF2-40B4-BE49-F238E27FC236}">
                <a16:creationId xmlns:a16="http://schemas.microsoft.com/office/drawing/2014/main" id="{93976228-75BB-4169-8C49-69D04DAB9976}"/>
              </a:ext>
            </a:extLst>
          </p:cNvPr>
          <p:cNvSpPr/>
          <p:nvPr/>
        </p:nvSpPr>
        <p:spPr>
          <a:xfrm>
            <a:off x="3134892" y="3000537"/>
            <a:ext cx="366492" cy="3664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3</a:t>
            </a:r>
            <a:endParaRPr lang="zh-CN" altLang="en-US" sz="14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cxnSp>
        <p:nvCxnSpPr>
          <p:cNvPr id="177" name="直接箭头连接符 176">
            <a:extLst>
              <a:ext uri="{FF2B5EF4-FFF2-40B4-BE49-F238E27FC236}">
                <a16:creationId xmlns:a16="http://schemas.microsoft.com/office/drawing/2014/main" id="{A40D745D-2893-4B5A-8CAD-BEF174CD1473}"/>
              </a:ext>
            </a:extLst>
          </p:cNvPr>
          <p:cNvCxnSpPr>
            <a:stCxn id="174" idx="6"/>
            <a:endCxn id="175" idx="2"/>
          </p:cNvCxnSpPr>
          <p:nvPr/>
        </p:nvCxnSpPr>
        <p:spPr>
          <a:xfrm>
            <a:off x="2664745" y="3825145"/>
            <a:ext cx="470148" cy="0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接箭头连接符 177">
            <a:extLst>
              <a:ext uri="{FF2B5EF4-FFF2-40B4-BE49-F238E27FC236}">
                <a16:creationId xmlns:a16="http://schemas.microsoft.com/office/drawing/2014/main" id="{6CB8DAE8-822A-47DF-BDE1-3C0F005F1AA6}"/>
              </a:ext>
            </a:extLst>
          </p:cNvPr>
          <p:cNvCxnSpPr>
            <a:cxnSpLocks/>
            <a:stCxn id="175" idx="0"/>
            <a:endCxn id="176" idx="4"/>
          </p:cNvCxnSpPr>
          <p:nvPr/>
        </p:nvCxnSpPr>
        <p:spPr>
          <a:xfrm flipV="1">
            <a:off x="3318139" y="3367029"/>
            <a:ext cx="0" cy="274869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文本框 178">
            <a:extLst>
              <a:ext uri="{FF2B5EF4-FFF2-40B4-BE49-F238E27FC236}">
                <a16:creationId xmlns:a16="http://schemas.microsoft.com/office/drawing/2014/main" id="{889BE5F0-BC16-4449-8EBD-10B4CACA15F0}"/>
              </a:ext>
            </a:extLst>
          </p:cNvPr>
          <p:cNvSpPr txBox="1"/>
          <p:nvPr/>
        </p:nvSpPr>
        <p:spPr>
          <a:xfrm>
            <a:off x="2750102" y="3601999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>
                <a:latin typeface="Euclid" panose="02020503060505020303" pitchFamily="18" charset="0"/>
              </a:rPr>
              <a:t>a</a:t>
            </a:r>
            <a:endParaRPr lang="zh-CN" altLang="en-US" sz="1050" dirty="0">
              <a:latin typeface="Euclid" panose="02020503060505020303" pitchFamily="18" charset="0"/>
            </a:endParaRPr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19B4FD5D-1E63-4145-93B7-59900DABB4D5}"/>
              </a:ext>
            </a:extLst>
          </p:cNvPr>
          <p:cNvSpPr txBox="1"/>
          <p:nvPr/>
        </p:nvSpPr>
        <p:spPr>
          <a:xfrm>
            <a:off x="3341223" y="3421640"/>
            <a:ext cx="2487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>
                <a:latin typeface="Euclid" panose="02020503060505020303" pitchFamily="18" charset="0"/>
              </a:rPr>
              <a:t>b</a:t>
            </a:r>
            <a:endParaRPr lang="zh-CN" altLang="en-US" sz="1050" dirty="0">
              <a:latin typeface="Euclid" panose="02020503060505020303" pitchFamily="18" charset="0"/>
            </a:endParaRPr>
          </a:p>
        </p:txBody>
      </p:sp>
      <p:sp>
        <p:nvSpPr>
          <p:cNvPr id="181" name="椭圆 180">
            <a:extLst>
              <a:ext uri="{FF2B5EF4-FFF2-40B4-BE49-F238E27FC236}">
                <a16:creationId xmlns:a16="http://schemas.microsoft.com/office/drawing/2014/main" id="{7A8A7AEC-08DD-44A0-8D45-562537FF6B8E}"/>
              </a:ext>
            </a:extLst>
          </p:cNvPr>
          <p:cNvSpPr/>
          <p:nvPr/>
        </p:nvSpPr>
        <p:spPr>
          <a:xfrm>
            <a:off x="2316315" y="4191637"/>
            <a:ext cx="366492" cy="3664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1</a:t>
            </a:r>
            <a:endParaRPr lang="zh-CN" altLang="en-US" sz="14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182" name="椭圆 181">
            <a:extLst>
              <a:ext uri="{FF2B5EF4-FFF2-40B4-BE49-F238E27FC236}">
                <a16:creationId xmlns:a16="http://schemas.microsoft.com/office/drawing/2014/main" id="{FD0B6C3B-3A94-4F7B-8787-572D6539F727}"/>
              </a:ext>
            </a:extLst>
          </p:cNvPr>
          <p:cNvSpPr/>
          <p:nvPr/>
        </p:nvSpPr>
        <p:spPr>
          <a:xfrm>
            <a:off x="3152955" y="4191637"/>
            <a:ext cx="366492" cy="3664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2</a:t>
            </a:r>
            <a:endParaRPr lang="zh-CN" altLang="en-US" sz="14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183" name="椭圆 182">
            <a:extLst>
              <a:ext uri="{FF2B5EF4-FFF2-40B4-BE49-F238E27FC236}">
                <a16:creationId xmlns:a16="http://schemas.microsoft.com/office/drawing/2014/main" id="{A827EEE3-9C08-4711-9FF9-9B4CF9D2B645}"/>
              </a:ext>
            </a:extLst>
          </p:cNvPr>
          <p:cNvSpPr/>
          <p:nvPr/>
        </p:nvSpPr>
        <p:spPr>
          <a:xfrm>
            <a:off x="3731578" y="4866731"/>
            <a:ext cx="366492" cy="3664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4</a:t>
            </a:r>
            <a:endParaRPr lang="zh-CN" altLang="en-US" sz="14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cxnSp>
        <p:nvCxnSpPr>
          <p:cNvPr id="184" name="直接箭头连接符 183">
            <a:extLst>
              <a:ext uri="{FF2B5EF4-FFF2-40B4-BE49-F238E27FC236}">
                <a16:creationId xmlns:a16="http://schemas.microsoft.com/office/drawing/2014/main" id="{3A91C1DD-F8FA-4B35-AF10-57C8C9A280F2}"/>
              </a:ext>
            </a:extLst>
          </p:cNvPr>
          <p:cNvCxnSpPr>
            <a:stCxn id="181" idx="6"/>
            <a:endCxn id="182" idx="2"/>
          </p:cNvCxnSpPr>
          <p:nvPr/>
        </p:nvCxnSpPr>
        <p:spPr>
          <a:xfrm>
            <a:off x="2682807" y="4374884"/>
            <a:ext cx="470148" cy="0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接箭头连接符 184">
            <a:extLst>
              <a:ext uri="{FF2B5EF4-FFF2-40B4-BE49-F238E27FC236}">
                <a16:creationId xmlns:a16="http://schemas.microsoft.com/office/drawing/2014/main" id="{00CF4DCF-7631-4763-B662-491A498B0917}"/>
              </a:ext>
            </a:extLst>
          </p:cNvPr>
          <p:cNvCxnSpPr>
            <a:cxnSpLocks/>
            <a:stCxn id="182" idx="5"/>
            <a:endCxn id="183" idx="1"/>
          </p:cNvCxnSpPr>
          <p:nvPr/>
        </p:nvCxnSpPr>
        <p:spPr>
          <a:xfrm>
            <a:off x="3465776" y="4504459"/>
            <a:ext cx="319473" cy="415943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文本框 185">
            <a:extLst>
              <a:ext uri="{FF2B5EF4-FFF2-40B4-BE49-F238E27FC236}">
                <a16:creationId xmlns:a16="http://schemas.microsoft.com/office/drawing/2014/main" id="{0E19C76E-8D77-4ADE-B5FD-317C8B551256}"/>
              </a:ext>
            </a:extLst>
          </p:cNvPr>
          <p:cNvSpPr txBox="1"/>
          <p:nvPr/>
        </p:nvSpPr>
        <p:spPr>
          <a:xfrm>
            <a:off x="2768164" y="4151738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>
                <a:latin typeface="Euclid" panose="02020503060505020303" pitchFamily="18" charset="0"/>
              </a:rPr>
              <a:t>a</a:t>
            </a:r>
            <a:endParaRPr lang="zh-CN" altLang="en-US" sz="1050" dirty="0">
              <a:latin typeface="Euclid" panose="02020503060505020303" pitchFamily="18" charset="0"/>
            </a:endParaRPr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26994016-0100-4628-9A3E-090CA81CC92E}"/>
              </a:ext>
            </a:extLst>
          </p:cNvPr>
          <p:cNvSpPr txBox="1"/>
          <p:nvPr/>
        </p:nvSpPr>
        <p:spPr>
          <a:xfrm>
            <a:off x="3371024" y="4640259"/>
            <a:ext cx="2487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>
                <a:latin typeface="Euclid" panose="02020503060505020303" pitchFamily="18" charset="0"/>
              </a:rPr>
              <a:t>c</a:t>
            </a:r>
            <a:endParaRPr lang="zh-CN" altLang="en-US" sz="1050" dirty="0">
              <a:latin typeface="Euclid" panose="02020503060505020303" pitchFamily="18" charset="0"/>
            </a:endParaRPr>
          </a:p>
        </p:txBody>
      </p:sp>
      <p:cxnSp>
        <p:nvCxnSpPr>
          <p:cNvPr id="188" name="直接箭头连接符 187">
            <a:extLst>
              <a:ext uri="{FF2B5EF4-FFF2-40B4-BE49-F238E27FC236}">
                <a16:creationId xmlns:a16="http://schemas.microsoft.com/office/drawing/2014/main" id="{009CB7A0-9FD3-40BD-9D4F-BD376C769A3A}"/>
              </a:ext>
            </a:extLst>
          </p:cNvPr>
          <p:cNvCxnSpPr>
            <a:cxnSpLocks/>
          </p:cNvCxnSpPr>
          <p:nvPr/>
        </p:nvCxnSpPr>
        <p:spPr>
          <a:xfrm>
            <a:off x="2990316" y="3175886"/>
            <a:ext cx="178413" cy="0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箭头连接符 188">
            <a:extLst>
              <a:ext uri="{FF2B5EF4-FFF2-40B4-BE49-F238E27FC236}">
                <a16:creationId xmlns:a16="http://schemas.microsoft.com/office/drawing/2014/main" id="{8E0F76A3-0C55-4500-A8FF-416C09C5FB7E}"/>
              </a:ext>
            </a:extLst>
          </p:cNvPr>
          <p:cNvCxnSpPr>
            <a:cxnSpLocks/>
          </p:cNvCxnSpPr>
          <p:nvPr/>
        </p:nvCxnSpPr>
        <p:spPr>
          <a:xfrm>
            <a:off x="3557920" y="5068968"/>
            <a:ext cx="178413" cy="0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箭头连接符 189">
            <a:extLst>
              <a:ext uri="{FF2B5EF4-FFF2-40B4-BE49-F238E27FC236}">
                <a16:creationId xmlns:a16="http://schemas.microsoft.com/office/drawing/2014/main" id="{608D0A92-3E4C-4AFD-BD14-EA5D45D9F6A0}"/>
              </a:ext>
            </a:extLst>
          </p:cNvPr>
          <p:cNvCxnSpPr>
            <a:cxnSpLocks/>
            <a:stCxn id="174" idx="0"/>
            <a:endCxn id="176" idx="2"/>
          </p:cNvCxnSpPr>
          <p:nvPr/>
        </p:nvCxnSpPr>
        <p:spPr>
          <a:xfrm flipV="1">
            <a:off x="2481498" y="3183783"/>
            <a:ext cx="653394" cy="458116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文本框 191">
            <a:extLst>
              <a:ext uri="{FF2B5EF4-FFF2-40B4-BE49-F238E27FC236}">
                <a16:creationId xmlns:a16="http://schemas.microsoft.com/office/drawing/2014/main" id="{EBD280C9-47F1-4A82-A284-24D8C4EE0EC0}"/>
              </a:ext>
            </a:extLst>
          </p:cNvPr>
          <p:cNvSpPr txBox="1"/>
          <p:nvPr/>
        </p:nvSpPr>
        <p:spPr>
          <a:xfrm>
            <a:off x="2640223" y="3127998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>
                <a:latin typeface="Euclid" panose="02020503060505020303" pitchFamily="18" charset="0"/>
              </a:rPr>
              <a:t>d</a:t>
            </a:r>
            <a:endParaRPr lang="zh-CN" altLang="en-US" sz="1050" dirty="0">
              <a:latin typeface="Euclid" panose="02020503060505020303" pitchFamily="18" charset="0"/>
            </a:endParaRP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4A4DDC34-5D66-46CF-A40F-3A53801B911E}"/>
              </a:ext>
            </a:extLst>
          </p:cNvPr>
          <p:cNvSpPr txBox="1"/>
          <p:nvPr/>
        </p:nvSpPr>
        <p:spPr>
          <a:xfrm>
            <a:off x="2705087" y="3871111"/>
            <a:ext cx="3744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dirty="0">
                <a:latin typeface="Euclid" panose="02020503060505020303" pitchFamily="18" charset="0"/>
              </a:rPr>
              <a:t>[1,2)</a:t>
            </a:r>
            <a:endParaRPr lang="zh-CN" altLang="en-US" sz="900" dirty="0"/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2815FDDB-002F-44A4-82C1-DC470B089A1C}"/>
              </a:ext>
            </a:extLst>
          </p:cNvPr>
          <p:cNvSpPr txBox="1"/>
          <p:nvPr/>
        </p:nvSpPr>
        <p:spPr>
          <a:xfrm>
            <a:off x="2714102" y="4414288"/>
            <a:ext cx="3744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dirty="0">
                <a:latin typeface="Euclid" panose="02020503060505020303" pitchFamily="18" charset="0"/>
              </a:rPr>
              <a:t>[1,2)</a:t>
            </a:r>
            <a:endParaRPr lang="zh-CN" altLang="en-US" sz="900" dirty="0"/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39A01D7A-15D2-4C58-AF3A-E2FD19FE7799}"/>
              </a:ext>
            </a:extLst>
          </p:cNvPr>
          <p:cNvSpPr txBox="1"/>
          <p:nvPr/>
        </p:nvSpPr>
        <p:spPr>
          <a:xfrm>
            <a:off x="3645233" y="4483499"/>
            <a:ext cx="3744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dirty="0">
                <a:latin typeface="Euclid" panose="02020503060505020303" pitchFamily="18" charset="0"/>
              </a:rPr>
              <a:t>[2,3)</a:t>
            </a:r>
            <a:endParaRPr lang="zh-CN" altLang="en-US" sz="900" dirty="0"/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E9F233AD-1B26-4D58-90A9-8E36A8D28A02}"/>
              </a:ext>
            </a:extLst>
          </p:cNvPr>
          <p:cNvSpPr txBox="1"/>
          <p:nvPr/>
        </p:nvSpPr>
        <p:spPr>
          <a:xfrm>
            <a:off x="2337825" y="3142037"/>
            <a:ext cx="3744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dirty="0">
                <a:latin typeface="Euclid" panose="02020503060505020303" pitchFamily="18" charset="0"/>
              </a:rPr>
              <a:t>[2,4)</a:t>
            </a:r>
            <a:endParaRPr lang="zh-CN" altLang="en-US" sz="900" dirty="0"/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AB368738-6262-4A2D-80C9-F72DE374B39A}"/>
              </a:ext>
            </a:extLst>
          </p:cNvPr>
          <p:cNvSpPr txBox="1"/>
          <p:nvPr/>
        </p:nvSpPr>
        <p:spPr>
          <a:xfrm>
            <a:off x="3483422" y="3458120"/>
            <a:ext cx="3744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dirty="0">
                <a:latin typeface="Euclid" panose="02020503060505020303" pitchFamily="18" charset="0"/>
              </a:rPr>
              <a:t>[1,2)</a:t>
            </a:r>
            <a:endParaRPr lang="zh-CN" altLang="en-US" sz="900" dirty="0"/>
          </a:p>
        </p:txBody>
      </p:sp>
      <p:cxnSp>
        <p:nvCxnSpPr>
          <p:cNvPr id="198" name="直接箭头连接符 197">
            <a:extLst>
              <a:ext uri="{FF2B5EF4-FFF2-40B4-BE49-F238E27FC236}">
                <a16:creationId xmlns:a16="http://schemas.microsoft.com/office/drawing/2014/main" id="{89954AE5-F326-4432-B212-D04D5BEFACB8}"/>
              </a:ext>
            </a:extLst>
          </p:cNvPr>
          <p:cNvCxnSpPr>
            <a:cxnSpLocks/>
          </p:cNvCxnSpPr>
          <p:nvPr/>
        </p:nvCxnSpPr>
        <p:spPr>
          <a:xfrm>
            <a:off x="35288" y="3966644"/>
            <a:ext cx="178413" cy="0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矩形: 圆角 199">
            <a:extLst>
              <a:ext uri="{FF2B5EF4-FFF2-40B4-BE49-F238E27FC236}">
                <a16:creationId xmlns:a16="http://schemas.microsoft.com/office/drawing/2014/main" id="{5DCAF9E8-4103-4AE1-A131-E1A6CBD36FB7}"/>
              </a:ext>
            </a:extLst>
          </p:cNvPr>
          <p:cNvSpPr/>
          <p:nvPr/>
        </p:nvSpPr>
        <p:spPr>
          <a:xfrm>
            <a:off x="7475312" y="2807019"/>
            <a:ext cx="945064" cy="572010"/>
          </a:xfrm>
          <a:prstGeom prst="roundRect">
            <a:avLst/>
          </a:prstGeom>
          <a:noFill/>
          <a:ln w="127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2,1,2</a:t>
            </a:r>
            <a:endParaRPr lang="zh-CN" altLang="en-US" sz="24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cxnSp>
        <p:nvCxnSpPr>
          <p:cNvPr id="201" name="直接箭头连接符 200">
            <a:extLst>
              <a:ext uri="{FF2B5EF4-FFF2-40B4-BE49-F238E27FC236}">
                <a16:creationId xmlns:a16="http://schemas.microsoft.com/office/drawing/2014/main" id="{26AC787F-DFDE-4FCF-829C-F63DEC56E676}"/>
              </a:ext>
            </a:extLst>
          </p:cNvPr>
          <p:cNvCxnSpPr>
            <a:cxnSpLocks/>
            <a:stCxn id="164" idx="0"/>
            <a:endCxn id="167" idx="2"/>
          </p:cNvCxnSpPr>
          <p:nvPr/>
        </p:nvCxnSpPr>
        <p:spPr>
          <a:xfrm flipV="1">
            <a:off x="396947" y="3325282"/>
            <a:ext cx="653394" cy="458116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矩形: 圆角 201">
            <a:extLst>
              <a:ext uri="{FF2B5EF4-FFF2-40B4-BE49-F238E27FC236}">
                <a16:creationId xmlns:a16="http://schemas.microsoft.com/office/drawing/2014/main" id="{DA2743DD-63E4-4BC5-8BF9-26F8451BF120}"/>
              </a:ext>
            </a:extLst>
          </p:cNvPr>
          <p:cNvSpPr/>
          <p:nvPr/>
        </p:nvSpPr>
        <p:spPr>
          <a:xfrm>
            <a:off x="7475312" y="5068968"/>
            <a:ext cx="945064" cy="572010"/>
          </a:xfrm>
          <a:prstGeom prst="roundRect">
            <a:avLst/>
          </a:prstGeom>
          <a:noFill/>
          <a:ln w="60325" cmpd="dbl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2400" dirty="0">
                <a:solidFill>
                  <a:srgbClr val="FF5050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1,2,1</a:t>
            </a:r>
            <a:endParaRPr lang="zh-CN" altLang="en-US" sz="2400" dirty="0">
              <a:solidFill>
                <a:srgbClr val="FF5050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203" name="矩形: 圆角 202">
            <a:extLst>
              <a:ext uri="{FF2B5EF4-FFF2-40B4-BE49-F238E27FC236}">
                <a16:creationId xmlns:a16="http://schemas.microsoft.com/office/drawing/2014/main" id="{47EDD38D-666F-4E16-A5CA-BCDF96E1C868}"/>
              </a:ext>
            </a:extLst>
          </p:cNvPr>
          <p:cNvSpPr/>
          <p:nvPr/>
        </p:nvSpPr>
        <p:spPr>
          <a:xfrm>
            <a:off x="9129174" y="4141204"/>
            <a:ext cx="945064" cy="572010"/>
          </a:xfrm>
          <a:prstGeom prst="roundRect">
            <a:avLst/>
          </a:prstGeom>
          <a:noFill/>
          <a:ln w="127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4,3,1</a:t>
            </a:r>
            <a:endParaRPr lang="zh-CN" altLang="en-US" sz="24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cxnSp>
        <p:nvCxnSpPr>
          <p:cNvPr id="206" name="直接箭头连接符 205">
            <a:extLst>
              <a:ext uri="{FF2B5EF4-FFF2-40B4-BE49-F238E27FC236}">
                <a16:creationId xmlns:a16="http://schemas.microsoft.com/office/drawing/2014/main" id="{8544CA88-9987-4D80-BEF9-B38C472C5A0C}"/>
              </a:ext>
            </a:extLst>
          </p:cNvPr>
          <p:cNvCxnSpPr>
            <a:cxnSpLocks/>
            <a:stCxn id="67" idx="2"/>
            <a:endCxn id="200" idx="0"/>
          </p:cNvCxnSpPr>
          <p:nvPr/>
        </p:nvCxnSpPr>
        <p:spPr>
          <a:xfrm>
            <a:off x="7947844" y="2117292"/>
            <a:ext cx="0" cy="689727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箭头连接符 206">
            <a:extLst>
              <a:ext uri="{FF2B5EF4-FFF2-40B4-BE49-F238E27FC236}">
                <a16:creationId xmlns:a16="http://schemas.microsoft.com/office/drawing/2014/main" id="{508C75FB-3457-49B4-811D-DB7159249324}"/>
              </a:ext>
            </a:extLst>
          </p:cNvPr>
          <p:cNvCxnSpPr>
            <a:cxnSpLocks/>
            <a:stCxn id="73" idx="2"/>
            <a:endCxn id="203" idx="0"/>
          </p:cNvCxnSpPr>
          <p:nvPr/>
        </p:nvCxnSpPr>
        <p:spPr>
          <a:xfrm>
            <a:off x="9601706" y="3403508"/>
            <a:ext cx="0" cy="737696"/>
          </a:xfrm>
          <a:prstGeom prst="straightConnector1">
            <a:avLst/>
          </a:prstGeom>
          <a:ln w="4445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接箭头连接符 207">
            <a:extLst>
              <a:ext uri="{FF2B5EF4-FFF2-40B4-BE49-F238E27FC236}">
                <a16:creationId xmlns:a16="http://schemas.microsoft.com/office/drawing/2014/main" id="{3B721C52-128D-4563-9FB4-DC4CF9047B12}"/>
              </a:ext>
            </a:extLst>
          </p:cNvPr>
          <p:cNvCxnSpPr>
            <a:cxnSpLocks/>
          </p:cNvCxnSpPr>
          <p:nvPr/>
        </p:nvCxnSpPr>
        <p:spPr>
          <a:xfrm>
            <a:off x="8152631" y="3389608"/>
            <a:ext cx="0" cy="1689939"/>
          </a:xfrm>
          <a:prstGeom prst="straightConnector1">
            <a:avLst/>
          </a:prstGeom>
          <a:ln w="4445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箭头连接符 211">
            <a:extLst>
              <a:ext uri="{FF2B5EF4-FFF2-40B4-BE49-F238E27FC236}">
                <a16:creationId xmlns:a16="http://schemas.microsoft.com/office/drawing/2014/main" id="{058C5E30-34B5-4D52-AD24-D59F83F8CB0F}"/>
              </a:ext>
            </a:extLst>
          </p:cNvPr>
          <p:cNvCxnSpPr>
            <a:cxnSpLocks/>
            <a:stCxn id="203" idx="1"/>
            <a:endCxn id="200" idx="3"/>
          </p:cNvCxnSpPr>
          <p:nvPr/>
        </p:nvCxnSpPr>
        <p:spPr>
          <a:xfrm flipH="1" flipV="1">
            <a:off x="8420376" y="3093024"/>
            <a:ext cx="708798" cy="1334185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C9B64F00-931B-490D-AD3D-23099ED960C1}"/>
              </a:ext>
            </a:extLst>
          </p:cNvPr>
          <p:cNvCxnSpPr>
            <a:cxnSpLocks/>
            <a:stCxn id="67" idx="1"/>
            <a:endCxn id="66" idx="0"/>
          </p:cNvCxnSpPr>
          <p:nvPr/>
        </p:nvCxnSpPr>
        <p:spPr>
          <a:xfrm flipH="1">
            <a:off x="4869434" y="1831287"/>
            <a:ext cx="2605878" cy="975732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接箭头连接符 213">
            <a:extLst>
              <a:ext uri="{FF2B5EF4-FFF2-40B4-BE49-F238E27FC236}">
                <a16:creationId xmlns:a16="http://schemas.microsoft.com/office/drawing/2014/main" id="{3380BEA1-59F1-4431-9CE6-4BC939FFD59A}"/>
              </a:ext>
            </a:extLst>
          </p:cNvPr>
          <p:cNvCxnSpPr>
            <a:cxnSpLocks/>
          </p:cNvCxnSpPr>
          <p:nvPr/>
        </p:nvCxnSpPr>
        <p:spPr>
          <a:xfrm>
            <a:off x="6805609" y="2988538"/>
            <a:ext cx="669703" cy="0"/>
          </a:xfrm>
          <a:prstGeom prst="straightConnector1">
            <a:avLst/>
          </a:prstGeom>
          <a:ln w="4445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箭头连接符 217">
            <a:extLst>
              <a:ext uri="{FF2B5EF4-FFF2-40B4-BE49-F238E27FC236}">
                <a16:creationId xmlns:a16="http://schemas.microsoft.com/office/drawing/2014/main" id="{CBBD6F7E-D9C3-4A32-A19B-AC69F9E69916}"/>
              </a:ext>
            </a:extLst>
          </p:cNvPr>
          <p:cNvCxnSpPr>
            <a:cxnSpLocks/>
          </p:cNvCxnSpPr>
          <p:nvPr/>
        </p:nvCxnSpPr>
        <p:spPr>
          <a:xfrm flipV="1">
            <a:off x="7768076" y="3379029"/>
            <a:ext cx="1781" cy="1670948"/>
          </a:xfrm>
          <a:prstGeom prst="straightConnector1">
            <a:avLst/>
          </a:prstGeom>
          <a:ln w="4445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箭头连接符 221">
            <a:extLst>
              <a:ext uri="{FF2B5EF4-FFF2-40B4-BE49-F238E27FC236}">
                <a16:creationId xmlns:a16="http://schemas.microsoft.com/office/drawing/2014/main" id="{86EA535B-8748-4AFC-ABEC-CD5BDC14D81B}"/>
              </a:ext>
            </a:extLst>
          </p:cNvPr>
          <p:cNvCxnSpPr>
            <a:cxnSpLocks/>
          </p:cNvCxnSpPr>
          <p:nvPr/>
        </p:nvCxnSpPr>
        <p:spPr>
          <a:xfrm flipH="1">
            <a:off x="6805609" y="3183783"/>
            <a:ext cx="669703" cy="0"/>
          </a:xfrm>
          <a:prstGeom prst="straightConnector1">
            <a:avLst/>
          </a:prstGeom>
          <a:ln w="4445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文本框 234">
            <a:extLst>
              <a:ext uri="{FF2B5EF4-FFF2-40B4-BE49-F238E27FC236}">
                <a16:creationId xmlns:a16="http://schemas.microsoft.com/office/drawing/2014/main" id="{F80E6146-F7B6-4721-805C-05EAAB900AA3}"/>
              </a:ext>
            </a:extLst>
          </p:cNvPr>
          <p:cNvSpPr txBox="1"/>
          <p:nvPr/>
        </p:nvSpPr>
        <p:spPr>
          <a:xfrm>
            <a:off x="8868142" y="2090211"/>
            <a:ext cx="11456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 err="1">
                <a:latin typeface="Euclid" panose="02020503060505020303" pitchFamily="18" charset="0"/>
              </a:rPr>
              <a:t>gbb</a:t>
            </a:r>
            <a:r>
              <a:rPr lang="en-US" altLang="zh-CN" sz="1600" dirty="0">
                <a:latin typeface="Euclid" panose="02020503060505020303" pitchFamily="18" charset="0"/>
              </a:rPr>
              <a:t>, [1,2))</a:t>
            </a:r>
          </a:p>
        </p:txBody>
      </p:sp>
      <p:sp>
        <p:nvSpPr>
          <p:cNvPr id="236" name="文本框 235">
            <a:extLst>
              <a:ext uri="{FF2B5EF4-FFF2-40B4-BE49-F238E27FC236}">
                <a16:creationId xmlns:a16="http://schemas.microsoft.com/office/drawing/2014/main" id="{14CA1FEC-2AEE-4C93-A259-C9B7790C6CAD}"/>
              </a:ext>
            </a:extLst>
          </p:cNvPr>
          <p:cNvSpPr txBox="1"/>
          <p:nvPr/>
        </p:nvSpPr>
        <p:spPr>
          <a:xfrm>
            <a:off x="7883254" y="2452630"/>
            <a:ext cx="11456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 err="1">
                <a:latin typeface="Euclid" panose="02020503060505020303" pitchFamily="18" charset="0"/>
              </a:rPr>
              <a:t>ggb</a:t>
            </a:r>
            <a:r>
              <a:rPr lang="en-US" altLang="zh-CN" sz="1600" dirty="0">
                <a:latin typeface="Euclid" panose="02020503060505020303" pitchFamily="18" charset="0"/>
              </a:rPr>
              <a:t>, [1,4))</a:t>
            </a:r>
          </a:p>
        </p:txBody>
      </p:sp>
      <p:sp>
        <p:nvSpPr>
          <p:cNvPr id="237" name="文本框 236">
            <a:extLst>
              <a:ext uri="{FF2B5EF4-FFF2-40B4-BE49-F238E27FC236}">
                <a16:creationId xmlns:a16="http://schemas.microsoft.com/office/drawing/2014/main" id="{9145D8AD-53E8-40B3-B451-8A5AD63E5EB3}"/>
              </a:ext>
            </a:extLst>
          </p:cNvPr>
          <p:cNvSpPr txBox="1"/>
          <p:nvPr/>
        </p:nvSpPr>
        <p:spPr>
          <a:xfrm>
            <a:off x="6683462" y="2518907"/>
            <a:ext cx="11456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 err="1">
                <a:latin typeface="Euclid" panose="02020503060505020303" pitchFamily="18" charset="0"/>
              </a:rPr>
              <a:t>gbg</a:t>
            </a:r>
            <a:r>
              <a:rPr lang="en-US" altLang="zh-CN" sz="1600" dirty="0">
                <a:latin typeface="Euclid" panose="02020503060505020303" pitchFamily="18" charset="0"/>
              </a:rPr>
              <a:t>, [1,4))</a:t>
            </a:r>
          </a:p>
        </p:txBody>
      </p:sp>
      <p:sp>
        <p:nvSpPr>
          <p:cNvPr id="238" name="文本框 237">
            <a:extLst>
              <a:ext uri="{FF2B5EF4-FFF2-40B4-BE49-F238E27FC236}">
                <a16:creationId xmlns:a16="http://schemas.microsoft.com/office/drawing/2014/main" id="{19328369-B9C5-449B-9414-BE38A6B47B16}"/>
              </a:ext>
            </a:extLst>
          </p:cNvPr>
          <p:cNvSpPr txBox="1"/>
          <p:nvPr/>
        </p:nvSpPr>
        <p:spPr>
          <a:xfrm>
            <a:off x="6549822" y="3369856"/>
            <a:ext cx="12562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 err="1">
                <a:latin typeface="Euclid" panose="02020503060505020303" pitchFamily="18" charset="0"/>
              </a:rPr>
              <a:t>bgbu</a:t>
            </a:r>
            <a:r>
              <a:rPr lang="en-US" altLang="zh-CN" sz="1600" dirty="0">
                <a:latin typeface="Euclid" panose="02020503060505020303" pitchFamily="18" charset="0"/>
              </a:rPr>
              <a:t>, [1,4))</a:t>
            </a:r>
          </a:p>
        </p:txBody>
      </p:sp>
      <p:sp>
        <p:nvSpPr>
          <p:cNvPr id="239" name="文本框 238">
            <a:extLst>
              <a:ext uri="{FF2B5EF4-FFF2-40B4-BE49-F238E27FC236}">
                <a16:creationId xmlns:a16="http://schemas.microsoft.com/office/drawing/2014/main" id="{79A2642E-56C2-492D-A99B-AC934BE123E2}"/>
              </a:ext>
            </a:extLst>
          </p:cNvPr>
          <p:cNvSpPr txBox="1"/>
          <p:nvPr/>
        </p:nvSpPr>
        <p:spPr>
          <a:xfrm>
            <a:off x="8135404" y="4640259"/>
            <a:ext cx="12562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 err="1">
                <a:latin typeface="Euclid" panose="02020503060505020303" pitchFamily="18" charset="0"/>
              </a:rPr>
              <a:t>bgbu</a:t>
            </a:r>
            <a:r>
              <a:rPr lang="en-US" altLang="zh-CN" sz="1600" dirty="0">
                <a:latin typeface="Euclid" panose="02020503060505020303" pitchFamily="18" charset="0"/>
              </a:rPr>
              <a:t>, [1,4))</a:t>
            </a:r>
          </a:p>
        </p:txBody>
      </p:sp>
      <p:sp>
        <p:nvSpPr>
          <p:cNvPr id="240" name="文本框 239">
            <a:extLst>
              <a:ext uri="{FF2B5EF4-FFF2-40B4-BE49-F238E27FC236}">
                <a16:creationId xmlns:a16="http://schemas.microsoft.com/office/drawing/2014/main" id="{D6951E87-C619-4DD1-9268-749A3BA8E8F6}"/>
              </a:ext>
            </a:extLst>
          </p:cNvPr>
          <p:cNvSpPr txBox="1"/>
          <p:nvPr/>
        </p:nvSpPr>
        <p:spPr>
          <a:xfrm>
            <a:off x="9602015" y="3614121"/>
            <a:ext cx="1156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 err="1">
                <a:latin typeface="Euclid" panose="02020503060505020303" pitchFamily="18" charset="0"/>
              </a:rPr>
              <a:t>ggb</a:t>
            </a:r>
            <a:r>
              <a:rPr lang="en-US" altLang="zh-CN" sz="1600" dirty="0">
                <a:latin typeface="Euclid" panose="02020503060505020303" pitchFamily="18" charset="0"/>
              </a:rPr>
              <a:t>, [2,5))</a:t>
            </a:r>
          </a:p>
        </p:txBody>
      </p:sp>
      <p:sp>
        <p:nvSpPr>
          <p:cNvPr id="241" name="文本框 240">
            <a:extLst>
              <a:ext uri="{FF2B5EF4-FFF2-40B4-BE49-F238E27FC236}">
                <a16:creationId xmlns:a16="http://schemas.microsoft.com/office/drawing/2014/main" id="{5984DAD2-9088-4A4D-A5E8-2974E3A4929B}"/>
              </a:ext>
            </a:extLst>
          </p:cNvPr>
          <p:cNvSpPr txBox="1"/>
          <p:nvPr/>
        </p:nvSpPr>
        <p:spPr>
          <a:xfrm>
            <a:off x="8629506" y="3397015"/>
            <a:ext cx="11456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 err="1">
                <a:latin typeface="Euclid" panose="02020503060505020303" pitchFamily="18" charset="0"/>
              </a:rPr>
              <a:t>bgb</a:t>
            </a:r>
            <a:r>
              <a:rPr lang="en-US" altLang="zh-CN" sz="1600" dirty="0">
                <a:latin typeface="Euclid" panose="02020503060505020303" pitchFamily="18" charset="0"/>
              </a:rPr>
              <a:t>, </a:t>
            </a:r>
            <a:r>
              <a:rPr lang="en-US" altLang="zh-CN" sz="1600">
                <a:latin typeface="Euclid" panose="02020503060505020303" pitchFamily="18" charset="0"/>
              </a:rPr>
              <a:t>[1,4))</a:t>
            </a:r>
            <a:endParaRPr lang="en-US" altLang="zh-CN" sz="1600" dirty="0">
              <a:latin typeface="Euclid" panose="02020503060505020303" pitchFamily="18" charset="0"/>
            </a:endParaRPr>
          </a:p>
        </p:txBody>
      </p:sp>
      <p:sp>
        <p:nvSpPr>
          <p:cNvPr id="242" name="文本框 241">
            <a:extLst>
              <a:ext uri="{FF2B5EF4-FFF2-40B4-BE49-F238E27FC236}">
                <a16:creationId xmlns:a16="http://schemas.microsoft.com/office/drawing/2014/main" id="{4D5A2119-91D9-4149-BAC2-459CCD154753}"/>
              </a:ext>
            </a:extLst>
          </p:cNvPr>
          <p:cNvSpPr txBox="1"/>
          <p:nvPr/>
        </p:nvSpPr>
        <p:spPr>
          <a:xfrm>
            <a:off x="6702000" y="4172980"/>
            <a:ext cx="1156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 err="1">
                <a:latin typeface="Euclid" panose="02020503060505020303" pitchFamily="18" charset="0"/>
              </a:rPr>
              <a:t>gbg</a:t>
            </a:r>
            <a:r>
              <a:rPr lang="en-US" altLang="zh-CN" sz="1600" dirty="0">
                <a:latin typeface="Euclid" panose="02020503060505020303" pitchFamily="18" charset="0"/>
              </a:rPr>
              <a:t>, [1,4))</a:t>
            </a:r>
          </a:p>
        </p:txBody>
      </p:sp>
      <p:sp>
        <p:nvSpPr>
          <p:cNvPr id="251" name="矩形: 圆角 250">
            <a:extLst>
              <a:ext uri="{FF2B5EF4-FFF2-40B4-BE49-F238E27FC236}">
                <a16:creationId xmlns:a16="http://schemas.microsoft.com/office/drawing/2014/main" id="{7579E156-805D-41CE-9DFA-E902D7200E1A}"/>
              </a:ext>
            </a:extLst>
          </p:cNvPr>
          <p:cNvSpPr/>
          <p:nvPr/>
        </p:nvSpPr>
        <p:spPr>
          <a:xfrm>
            <a:off x="5860545" y="2800767"/>
            <a:ext cx="945064" cy="572010"/>
          </a:xfrm>
          <a:prstGeom prst="roundRect">
            <a:avLst/>
          </a:prstGeom>
          <a:noFill/>
          <a:ln w="127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1,3,1</a:t>
            </a:r>
            <a:endParaRPr lang="zh-CN" altLang="en-US" sz="24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cxnSp>
        <p:nvCxnSpPr>
          <p:cNvPr id="254" name="直接箭头连接符 253">
            <a:extLst>
              <a:ext uri="{FF2B5EF4-FFF2-40B4-BE49-F238E27FC236}">
                <a16:creationId xmlns:a16="http://schemas.microsoft.com/office/drawing/2014/main" id="{EE19D23A-9C2F-40CB-87FD-E9A36C71B6B1}"/>
              </a:ext>
            </a:extLst>
          </p:cNvPr>
          <p:cNvCxnSpPr>
            <a:cxnSpLocks/>
            <a:stCxn id="66" idx="3"/>
            <a:endCxn id="251" idx="1"/>
          </p:cNvCxnSpPr>
          <p:nvPr/>
        </p:nvCxnSpPr>
        <p:spPr>
          <a:xfrm flipV="1">
            <a:off x="5341966" y="3086772"/>
            <a:ext cx="518579" cy="6252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文本框 264">
            <a:extLst>
              <a:ext uri="{FF2B5EF4-FFF2-40B4-BE49-F238E27FC236}">
                <a16:creationId xmlns:a16="http://schemas.microsoft.com/office/drawing/2014/main" id="{0D6E7F09-3AFD-420A-93C1-2EDEBD0E95C6}"/>
              </a:ext>
            </a:extLst>
          </p:cNvPr>
          <p:cNvSpPr txBox="1"/>
          <p:nvPr/>
        </p:nvSpPr>
        <p:spPr>
          <a:xfrm>
            <a:off x="5070944" y="3415789"/>
            <a:ext cx="11456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 err="1">
                <a:latin typeface="Euclid" panose="02020503060505020303" pitchFamily="18" charset="0"/>
              </a:rPr>
              <a:t>gbb</a:t>
            </a:r>
            <a:r>
              <a:rPr lang="en-US" altLang="zh-CN" sz="1600" dirty="0">
                <a:latin typeface="Euclid" panose="02020503060505020303" pitchFamily="18" charset="0"/>
              </a:rPr>
              <a:t>, [1,2))</a:t>
            </a:r>
          </a:p>
        </p:txBody>
      </p:sp>
      <p:cxnSp>
        <p:nvCxnSpPr>
          <p:cNvPr id="266" name="直接箭头连接符 265">
            <a:extLst>
              <a:ext uri="{FF2B5EF4-FFF2-40B4-BE49-F238E27FC236}">
                <a16:creationId xmlns:a16="http://schemas.microsoft.com/office/drawing/2014/main" id="{3A5A7EE2-1E6F-4193-8A80-46302C58CCEF}"/>
              </a:ext>
            </a:extLst>
          </p:cNvPr>
          <p:cNvCxnSpPr>
            <a:cxnSpLocks/>
            <a:stCxn id="202" idx="1"/>
            <a:endCxn id="66" idx="2"/>
          </p:cNvCxnSpPr>
          <p:nvPr/>
        </p:nvCxnSpPr>
        <p:spPr>
          <a:xfrm flipH="1" flipV="1">
            <a:off x="4869434" y="3379029"/>
            <a:ext cx="2605878" cy="1975944"/>
          </a:xfrm>
          <a:prstGeom prst="straightConnector1">
            <a:avLst/>
          </a:prstGeom>
          <a:ln w="4445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文本框 268">
            <a:extLst>
              <a:ext uri="{FF2B5EF4-FFF2-40B4-BE49-F238E27FC236}">
                <a16:creationId xmlns:a16="http://schemas.microsoft.com/office/drawing/2014/main" id="{479F1C5D-2F76-455D-93C3-CCE60FF3D48F}"/>
              </a:ext>
            </a:extLst>
          </p:cNvPr>
          <p:cNvSpPr txBox="1"/>
          <p:nvPr/>
        </p:nvSpPr>
        <p:spPr>
          <a:xfrm>
            <a:off x="5599794" y="4793343"/>
            <a:ext cx="1156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 err="1">
                <a:latin typeface="Euclid" panose="02020503060505020303" pitchFamily="18" charset="0"/>
              </a:rPr>
              <a:t>bbb</a:t>
            </a:r>
            <a:r>
              <a:rPr lang="en-US" altLang="zh-CN" sz="1600" dirty="0">
                <a:latin typeface="Euclid" panose="02020503060505020303" pitchFamily="18" charset="0"/>
              </a:rPr>
              <a:t>, [1,2))</a:t>
            </a:r>
          </a:p>
        </p:txBody>
      </p:sp>
    </p:spTree>
    <p:extLst>
      <p:ext uri="{BB962C8B-B14F-4D97-AF65-F5344CB8AC3E}">
        <p14:creationId xmlns:p14="http://schemas.microsoft.com/office/powerpoint/2010/main" val="2949664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椭圆 46">
            <a:extLst>
              <a:ext uri="{FF2B5EF4-FFF2-40B4-BE49-F238E27FC236}">
                <a16:creationId xmlns:a16="http://schemas.microsoft.com/office/drawing/2014/main" id="{794C6F0F-D538-4287-ABB6-BF8FE397C803}"/>
              </a:ext>
            </a:extLst>
          </p:cNvPr>
          <p:cNvSpPr/>
          <p:nvPr/>
        </p:nvSpPr>
        <p:spPr>
          <a:xfrm>
            <a:off x="1820971" y="1570657"/>
            <a:ext cx="441452" cy="465443"/>
          </a:xfrm>
          <a:prstGeom prst="ellipse">
            <a:avLst/>
          </a:prstGeom>
          <a:noFill/>
          <a:ln w="349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{8}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1B0FB9F1-1DDD-4E8F-A079-02E63D97D78F}"/>
              </a:ext>
            </a:extLst>
          </p:cNvPr>
          <p:cNvSpPr/>
          <p:nvPr/>
        </p:nvSpPr>
        <p:spPr>
          <a:xfrm>
            <a:off x="1724310" y="981994"/>
            <a:ext cx="634774" cy="301473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{8} {}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948A7B93-BE05-41EA-B5FE-7C338EF702CD}"/>
              </a:ext>
            </a:extLst>
          </p:cNvPr>
          <p:cNvSpPr/>
          <p:nvPr/>
        </p:nvSpPr>
        <p:spPr>
          <a:xfrm>
            <a:off x="1392914" y="2474026"/>
            <a:ext cx="1297566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{8,9}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,[1,2))}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76C12C65-1317-4876-AB8A-3A9ABF735CA9}"/>
              </a:ext>
            </a:extLst>
          </p:cNvPr>
          <p:cNvCxnSpPr>
            <a:cxnSpLocks/>
            <a:stCxn id="47" idx="4"/>
            <a:endCxn id="49" idx="0"/>
          </p:cNvCxnSpPr>
          <p:nvPr/>
        </p:nvCxnSpPr>
        <p:spPr>
          <a:xfrm>
            <a:off x="2041697" y="2036100"/>
            <a:ext cx="0" cy="43792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6FE7C68C-7FCA-4F65-B27A-DC101E9643DB}"/>
              </a:ext>
            </a:extLst>
          </p:cNvPr>
          <p:cNvCxnSpPr>
            <a:cxnSpLocks/>
            <a:stCxn id="47" idx="0"/>
            <a:endCxn id="48" idx="2"/>
          </p:cNvCxnSpPr>
          <p:nvPr/>
        </p:nvCxnSpPr>
        <p:spPr>
          <a:xfrm flipV="1">
            <a:off x="2041697" y="1283467"/>
            <a:ext cx="0" cy="2871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46E06067-C637-43AA-AAB9-3C0AC1325C2B}"/>
              </a:ext>
            </a:extLst>
          </p:cNvPr>
          <p:cNvCxnSpPr>
            <a:cxnSpLocks/>
            <a:endCxn id="47" idx="2"/>
          </p:cNvCxnSpPr>
          <p:nvPr/>
        </p:nvCxnSpPr>
        <p:spPr>
          <a:xfrm>
            <a:off x="1392914" y="1803378"/>
            <a:ext cx="428057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C7F33EA7-7B2F-4567-9537-5F954AD2038C}"/>
              </a:ext>
            </a:extLst>
          </p:cNvPr>
          <p:cNvSpPr/>
          <p:nvPr/>
        </p:nvSpPr>
        <p:spPr>
          <a:xfrm>
            <a:off x="5822397" y="5492811"/>
            <a:ext cx="1801884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{2,6}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,[2,3)), 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,[2,5))}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7447916A-F825-4F2A-904E-CE509BB995C0}"/>
              </a:ext>
            </a:extLst>
          </p:cNvPr>
          <p:cNvSpPr/>
          <p:nvPr/>
        </p:nvSpPr>
        <p:spPr>
          <a:xfrm>
            <a:off x="6280949" y="3045338"/>
            <a:ext cx="441452" cy="465443"/>
          </a:xfrm>
          <a:prstGeom prst="ellipse">
            <a:avLst/>
          </a:prstGeom>
          <a:noFill/>
          <a:ln w="349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{6}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619F7983-C185-4314-B0E6-AD99DE5D7F09}"/>
              </a:ext>
            </a:extLst>
          </p:cNvPr>
          <p:cNvSpPr/>
          <p:nvPr/>
        </p:nvSpPr>
        <p:spPr>
          <a:xfrm>
            <a:off x="3823677" y="5491651"/>
            <a:ext cx="1801884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{2,3,6}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,[2,3)), 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,[5,9)}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BB5F97B0-1EC9-4430-A15F-EF6C4C1B6087}"/>
              </a:ext>
            </a:extLst>
          </p:cNvPr>
          <p:cNvSpPr/>
          <p:nvPr/>
        </p:nvSpPr>
        <p:spPr>
          <a:xfrm>
            <a:off x="7821117" y="5492811"/>
            <a:ext cx="1801884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{2,5,6}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,[3,6)), 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,[2,5)}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EE591BAD-F894-4249-9512-29476393FF8F}"/>
              </a:ext>
            </a:extLst>
          </p:cNvPr>
          <p:cNvSpPr/>
          <p:nvPr/>
        </p:nvSpPr>
        <p:spPr>
          <a:xfrm>
            <a:off x="9819837" y="5491651"/>
            <a:ext cx="1801884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{2,3,5,6}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,[3,6)), 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,[5,9)}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2A28ED48-A999-4F0E-8292-B737BA8AA3BF}"/>
              </a:ext>
            </a:extLst>
          </p:cNvPr>
          <p:cNvSpPr/>
          <p:nvPr/>
        </p:nvSpPr>
        <p:spPr>
          <a:xfrm>
            <a:off x="4638760" y="3094594"/>
            <a:ext cx="765229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{2,6}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 err="1">
                <a:solidFill>
                  <a:schemeClr val="tx1"/>
                </a:solidFill>
                <a:latin typeface="Euclid" panose="02020503060505020303" pitchFamily="18" charset="0"/>
              </a:rPr>
              <a:t>uc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,[2,4))}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6C89ED84-1593-4B26-87E8-211319C70B44}"/>
              </a:ext>
            </a:extLst>
          </p:cNvPr>
          <p:cNvSpPr/>
          <p:nvPr/>
        </p:nvSpPr>
        <p:spPr>
          <a:xfrm>
            <a:off x="5312701" y="4906798"/>
            <a:ext cx="1297566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{2,6}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,[2,3))}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44B31FC2-915A-43CE-8855-203067468CBC}"/>
              </a:ext>
            </a:extLst>
          </p:cNvPr>
          <p:cNvSpPr/>
          <p:nvPr/>
        </p:nvSpPr>
        <p:spPr>
          <a:xfrm>
            <a:off x="6784316" y="4906798"/>
            <a:ext cx="1297566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{2,5,6}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,[3,6))}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C5E8691C-0318-4DC7-9DB9-2D5E77592F1D}"/>
              </a:ext>
            </a:extLst>
          </p:cNvPr>
          <p:cNvSpPr/>
          <p:nvPr/>
        </p:nvSpPr>
        <p:spPr>
          <a:xfrm>
            <a:off x="9718834" y="3703806"/>
            <a:ext cx="1297566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{2,6}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,[2,5))}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38E7B38B-8A91-40AD-81AD-EC3FD0E7BB37}"/>
              </a:ext>
            </a:extLst>
          </p:cNvPr>
          <p:cNvSpPr/>
          <p:nvPr/>
        </p:nvSpPr>
        <p:spPr>
          <a:xfrm>
            <a:off x="9718834" y="4279237"/>
            <a:ext cx="1297566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{2,3,6}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,[5,9))}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A9C4E412-6AF3-4BEB-8E40-74A039F5738F}"/>
              </a:ext>
            </a:extLst>
          </p:cNvPr>
          <p:cNvCxnSpPr>
            <a:cxnSpLocks/>
            <a:stCxn id="59" idx="2"/>
          </p:cNvCxnSpPr>
          <p:nvPr/>
        </p:nvCxnSpPr>
        <p:spPr>
          <a:xfrm>
            <a:off x="5961484" y="5274555"/>
            <a:ext cx="0" cy="20348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433DA6ED-4D7A-49ED-B108-248E0A3CE576}"/>
              </a:ext>
            </a:extLst>
          </p:cNvPr>
          <p:cNvCxnSpPr>
            <a:cxnSpLocks/>
            <a:stCxn id="53" idx="1"/>
            <a:endCxn id="55" idx="3"/>
          </p:cNvCxnSpPr>
          <p:nvPr/>
        </p:nvCxnSpPr>
        <p:spPr>
          <a:xfrm flipH="1" flipV="1">
            <a:off x="5625561" y="5675530"/>
            <a:ext cx="196836" cy="116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940A09FD-DBC4-4070-BD05-FD192D4EA41F}"/>
              </a:ext>
            </a:extLst>
          </p:cNvPr>
          <p:cNvCxnSpPr>
            <a:cxnSpLocks/>
            <a:stCxn id="53" idx="3"/>
            <a:endCxn id="56" idx="1"/>
          </p:cNvCxnSpPr>
          <p:nvPr/>
        </p:nvCxnSpPr>
        <p:spPr>
          <a:xfrm>
            <a:off x="7624281" y="5676690"/>
            <a:ext cx="19683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C20AB877-B561-4936-846B-D52A3DFD827D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 flipV="1">
            <a:off x="9623001" y="5675530"/>
            <a:ext cx="196836" cy="116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F63838E4-36C0-4591-A319-D5CEB4790242}"/>
              </a:ext>
            </a:extLst>
          </p:cNvPr>
          <p:cNvCxnSpPr>
            <a:cxnSpLocks/>
            <a:stCxn id="57" idx="0"/>
          </p:cNvCxnSpPr>
          <p:nvPr/>
        </p:nvCxnSpPr>
        <p:spPr>
          <a:xfrm flipH="1" flipV="1">
            <a:off x="6690286" y="3425767"/>
            <a:ext cx="4030493" cy="20658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CFDF7991-3F36-4665-8DB1-2263AC84AE5A}"/>
              </a:ext>
            </a:extLst>
          </p:cNvPr>
          <p:cNvCxnSpPr>
            <a:cxnSpLocks/>
            <a:endCxn id="61" idx="1"/>
          </p:cNvCxnSpPr>
          <p:nvPr/>
        </p:nvCxnSpPr>
        <p:spPr>
          <a:xfrm>
            <a:off x="6749817" y="3314642"/>
            <a:ext cx="2969017" cy="57304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998813A3-381B-4B28-946B-FA5BA1CE9F29}"/>
              </a:ext>
            </a:extLst>
          </p:cNvPr>
          <p:cNvCxnSpPr>
            <a:stCxn id="61" idx="2"/>
            <a:endCxn id="62" idx="0"/>
          </p:cNvCxnSpPr>
          <p:nvPr/>
        </p:nvCxnSpPr>
        <p:spPr>
          <a:xfrm flipH="1">
            <a:off x="10367617" y="4071564"/>
            <a:ext cx="1" cy="2076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DABEE9DA-B239-4859-857C-55F75D5BC3F1}"/>
              </a:ext>
            </a:extLst>
          </p:cNvPr>
          <p:cNvCxnSpPr>
            <a:cxnSpLocks/>
            <a:stCxn id="62" idx="1"/>
          </p:cNvCxnSpPr>
          <p:nvPr/>
        </p:nvCxnSpPr>
        <p:spPr>
          <a:xfrm flipH="1" flipV="1">
            <a:off x="6724417" y="3362267"/>
            <a:ext cx="2994417" cy="110084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91A8732F-D375-4C2D-9BC6-11BB0368D5CC}"/>
              </a:ext>
            </a:extLst>
          </p:cNvPr>
          <p:cNvCxnSpPr>
            <a:cxnSpLocks/>
            <a:stCxn id="55" idx="0"/>
            <a:endCxn id="54" idx="3"/>
          </p:cNvCxnSpPr>
          <p:nvPr/>
        </p:nvCxnSpPr>
        <p:spPr>
          <a:xfrm flipV="1">
            <a:off x="4724619" y="3442618"/>
            <a:ext cx="1620979" cy="204903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AE8E7C4D-1B0B-4823-9194-9215BC1A2B26}"/>
              </a:ext>
            </a:extLst>
          </p:cNvPr>
          <p:cNvCxnSpPr>
            <a:cxnSpLocks/>
            <a:stCxn id="54" idx="4"/>
          </p:cNvCxnSpPr>
          <p:nvPr/>
        </p:nvCxnSpPr>
        <p:spPr>
          <a:xfrm flipH="1">
            <a:off x="6481946" y="3510781"/>
            <a:ext cx="19729" cy="139601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345D0ED2-1A1D-4B61-94B8-11036241BAFB}"/>
              </a:ext>
            </a:extLst>
          </p:cNvPr>
          <p:cNvCxnSpPr>
            <a:cxnSpLocks/>
            <a:stCxn id="59" idx="3"/>
            <a:endCxn id="60" idx="1"/>
          </p:cNvCxnSpPr>
          <p:nvPr/>
        </p:nvCxnSpPr>
        <p:spPr>
          <a:xfrm>
            <a:off x="6610267" y="5090677"/>
            <a:ext cx="17404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CFFE359B-9870-410D-BF6F-AE71A676A3B3}"/>
              </a:ext>
            </a:extLst>
          </p:cNvPr>
          <p:cNvCxnSpPr>
            <a:cxnSpLocks/>
          </p:cNvCxnSpPr>
          <p:nvPr/>
        </p:nvCxnSpPr>
        <p:spPr>
          <a:xfrm flipH="1" flipV="1">
            <a:off x="6561698" y="3504348"/>
            <a:ext cx="1411592" cy="140842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D0C0552B-402A-4286-8B89-6C8D629DF719}"/>
              </a:ext>
            </a:extLst>
          </p:cNvPr>
          <p:cNvCxnSpPr>
            <a:cxnSpLocks/>
            <a:stCxn id="54" idx="2"/>
            <a:endCxn id="58" idx="3"/>
          </p:cNvCxnSpPr>
          <p:nvPr/>
        </p:nvCxnSpPr>
        <p:spPr>
          <a:xfrm flipH="1">
            <a:off x="5403989" y="3278060"/>
            <a:ext cx="876960" cy="41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4938CE54-0A57-4277-9243-F162E7623556}"/>
              </a:ext>
            </a:extLst>
          </p:cNvPr>
          <p:cNvCxnSpPr>
            <a:cxnSpLocks/>
            <a:stCxn id="54" idx="6"/>
            <a:endCxn id="77" idx="1"/>
          </p:cNvCxnSpPr>
          <p:nvPr/>
        </p:nvCxnSpPr>
        <p:spPr>
          <a:xfrm>
            <a:off x="6722401" y="3278060"/>
            <a:ext cx="87147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5A272D3A-13D2-4FE0-9B4B-70BE2B71315D}"/>
              </a:ext>
            </a:extLst>
          </p:cNvPr>
          <p:cNvSpPr/>
          <p:nvPr/>
        </p:nvSpPr>
        <p:spPr>
          <a:xfrm>
            <a:off x="7593877" y="3127323"/>
            <a:ext cx="634774" cy="301473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{6} {}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A16B7E62-B2FF-43ED-8931-28538C7BADF0}"/>
              </a:ext>
            </a:extLst>
          </p:cNvPr>
          <p:cNvSpPr/>
          <p:nvPr/>
        </p:nvSpPr>
        <p:spPr>
          <a:xfrm>
            <a:off x="1392914" y="3179822"/>
            <a:ext cx="1297566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{2,6,8,9}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,[2,4))}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00EE5F81-4FD3-4E1D-A600-C1D402A957DA}"/>
              </a:ext>
            </a:extLst>
          </p:cNvPr>
          <p:cNvSpPr/>
          <p:nvPr/>
        </p:nvSpPr>
        <p:spPr>
          <a:xfrm>
            <a:off x="1392914" y="3885618"/>
            <a:ext cx="1297566" cy="36775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{2,3,6,8,9}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,[4,10))}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AFF54100-214C-45B1-9AA0-2408FF4AAAA4}"/>
              </a:ext>
            </a:extLst>
          </p:cNvPr>
          <p:cNvSpPr/>
          <p:nvPr/>
        </p:nvSpPr>
        <p:spPr>
          <a:xfrm>
            <a:off x="3042774" y="998883"/>
            <a:ext cx="1787939" cy="348566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{8,9}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,[1,2)), 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,[1,7))}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DF9001BA-AA75-44AF-BD2C-9B82B37C33A7}"/>
              </a:ext>
            </a:extLst>
          </p:cNvPr>
          <p:cNvSpPr/>
          <p:nvPr/>
        </p:nvSpPr>
        <p:spPr>
          <a:xfrm>
            <a:off x="3042775" y="1654422"/>
            <a:ext cx="1787938" cy="381678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{2,6,8,9}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,[2,5)) , 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,[1,7))}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8F50623C-6FE3-4403-83C8-F7CD3E93D34D}"/>
              </a:ext>
            </a:extLst>
          </p:cNvPr>
          <p:cNvSpPr/>
          <p:nvPr/>
        </p:nvSpPr>
        <p:spPr>
          <a:xfrm>
            <a:off x="3043494" y="2264774"/>
            <a:ext cx="1787938" cy="381678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{2,3,6,8,9}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,[2,5)) , 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,[7,16))}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D39A4708-BF99-4F5D-B9F2-0BDFA0191AD8}"/>
              </a:ext>
            </a:extLst>
          </p:cNvPr>
          <p:cNvSpPr/>
          <p:nvPr/>
        </p:nvSpPr>
        <p:spPr>
          <a:xfrm>
            <a:off x="5595115" y="1654422"/>
            <a:ext cx="1787938" cy="381678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{2,5,6,8,9}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,[5,13)) , 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,[1,7))}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30677052-A0DA-4188-8D6C-643169F0E9D1}"/>
              </a:ext>
            </a:extLst>
          </p:cNvPr>
          <p:cNvSpPr/>
          <p:nvPr/>
        </p:nvSpPr>
        <p:spPr>
          <a:xfrm>
            <a:off x="8146736" y="1654422"/>
            <a:ext cx="1861444" cy="381678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{2,3,5,6,8,9} 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,[5,13)) , (</a:t>
            </a:r>
            <a:r>
              <a:rPr lang="en-US" altLang="zh-CN" sz="9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900" dirty="0">
                <a:solidFill>
                  <a:schemeClr val="tx1"/>
                </a:solidFill>
                <a:latin typeface="Euclid" panose="02020503060505020303" pitchFamily="18" charset="0"/>
              </a:rPr>
              <a:t>,[7,16))}</a:t>
            </a:r>
            <a:endParaRPr lang="zh-CN" altLang="en-US" sz="9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AD4E598D-A3F4-44A7-99B5-B574879253EF}"/>
              </a:ext>
            </a:extLst>
          </p:cNvPr>
          <p:cNvCxnSpPr>
            <a:cxnSpLocks/>
            <a:endCxn id="80" idx="1"/>
          </p:cNvCxnSpPr>
          <p:nvPr/>
        </p:nvCxnSpPr>
        <p:spPr>
          <a:xfrm flipV="1">
            <a:off x="2209567" y="1173166"/>
            <a:ext cx="833207" cy="130086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C6417309-FDF2-49EB-9DF0-43AB32705D91}"/>
              </a:ext>
            </a:extLst>
          </p:cNvPr>
          <p:cNvCxnSpPr>
            <a:cxnSpLocks/>
            <a:stCxn id="49" idx="2"/>
            <a:endCxn id="78" idx="0"/>
          </p:cNvCxnSpPr>
          <p:nvPr/>
        </p:nvCxnSpPr>
        <p:spPr>
          <a:xfrm>
            <a:off x="2041697" y="2841783"/>
            <a:ext cx="0" cy="33803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2FEAF940-B139-4777-B93F-193735256A12}"/>
              </a:ext>
            </a:extLst>
          </p:cNvPr>
          <p:cNvCxnSpPr>
            <a:cxnSpLocks/>
            <a:stCxn id="78" idx="2"/>
            <a:endCxn id="79" idx="0"/>
          </p:cNvCxnSpPr>
          <p:nvPr/>
        </p:nvCxnSpPr>
        <p:spPr>
          <a:xfrm>
            <a:off x="2041697" y="3547579"/>
            <a:ext cx="0" cy="33803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59FAC753-4820-42D7-804B-ECF9211883D7}"/>
              </a:ext>
            </a:extLst>
          </p:cNvPr>
          <p:cNvCxnSpPr>
            <a:cxnSpLocks/>
            <a:stCxn id="79" idx="3"/>
          </p:cNvCxnSpPr>
          <p:nvPr/>
        </p:nvCxnSpPr>
        <p:spPr>
          <a:xfrm flipV="1">
            <a:off x="2690480" y="3366236"/>
            <a:ext cx="3604518" cy="7032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4AF98AEA-72C1-496C-9249-12BD157EB48C}"/>
              </a:ext>
            </a:extLst>
          </p:cNvPr>
          <p:cNvCxnSpPr>
            <a:cxnSpLocks/>
            <a:stCxn id="80" idx="2"/>
            <a:endCxn id="81" idx="0"/>
          </p:cNvCxnSpPr>
          <p:nvPr/>
        </p:nvCxnSpPr>
        <p:spPr>
          <a:xfrm>
            <a:off x="3936744" y="1347449"/>
            <a:ext cx="0" cy="3069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B302EC04-4599-41A8-91EE-DE6E8F877D56}"/>
              </a:ext>
            </a:extLst>
          </p:cNvPr>
          <p:cNvCxnSpPr>
            <a:cxnSpLocks/>
            <a:stCxn id="81" idx="3"/>
            <a:endCxn id="83" idx="1"/>
          </p:cNvCxnSpPr>
          <p:nvPr/>
        </p:nvCxnSpPr>
        <p:spPr>
          <a:xfrm>
            <a:off x="4830713" y="1845261"/>
            <a:ext cx="76440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60E37940-1BA1-4F5F-BE4B-2DFDE41A40DF}"/>
              </a:ext>
            </a:extLst>
          </p:cNvPr>
          <p:cNvCxnSpPr>
            <a:cxnSpLocks/>
            <a:stCxn id="81" idx="2"/>
            <a:endCxn id="82" idx="0"/>
          </p:cNvCxnSpPr>
          <p:nvPr/>
        </p:nvCxnSpPr>
        <p:spPr>
          <a:xfrm>
            <a:off x="3936744" y="2036100"/>
            <a:ext cx="719" cy="22867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76D6B3E3-916E-487A-A0FA-8A312E6AB24F}"/>
              </a:ext>
            </a:extLst>
          </p:cNvPr>
          <p:cNvCxnSpPr>
            <a:cxnSpLocks/>
            <a:stCxn id="83" idx="3"/>
            <a:endCxn id="84" idx="1"/>
          </p:cNvCxnSpPr>
          <p:nvPr/>
        </p:nvCxnSpPr>
        <p:spPr>
          <a:xfrm>
            <a:off x="7383053" y="1845261"/>
            <a:ext cx="7636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F4D3D701-EE8D-40F1-B6E8-604B827F38D8}"/>
              </a:ext>
            </a:extLst>
          </p:cNvPr>
          <p:cNvCxnSpPr>
            <a:cxnSpLocks/>
            <a:stCxn id="82" idx="2"/>
            <a:endCxn id="54" idx="1"/>
          </p:cNvCxnSpPr>
          <p:nvPr/>
        </p:nvCxnSpPr>
        <p:spPr>
          <a:xfrm>
            <a:off x="3937463" y="2646452"/>
            <a:ext cx="2408135" cy="46704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A4E9312F-0B1B-445F-97B7-E2C8C996FC66}"/>
              </a:ext>
            </a:extLst>
          </p:cNvPr>
          <p:cNvCxnSpPr>
            <a:cxnSpLocks/>
            <a:stCxn id="83" idx="2"/>
            <a:endCxn id="54" idx="0"/>
          </p:cNvCxnSpPr>
          <p:nvPr/>
        </p:nvCxnSpPr>
        <p:spPr>
          <a:xfrm>
            <a:off x="6489084" y="2036100"/>
            <a:ext cx="12591" cy="100923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D3EC80AA-678E-4395-862B-688F6BEEFF65}"/>
              </a:ext>
            </a:extLst>
          </p:cNvPr>
          <p:cNvCxnSpPr>
            <a:cxnSpLocks/>
            <a:stCxn id="84" idx="2"/>
            <a:endCxn id="54" idx="7"/>
          </p:cNvCxnSpPr>
          <p:nvPr/>
        </p:nvCxnSpPr>
        <p:spPr>
          <a:xfrm flipH="1">
            <a:off x="6657752" y="2036100"/>
            <a:ext cx="2419706" cy="107740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55ED1086-D4CF-4922-9940-D0545E271316}"/>
              </a:ext>
            </a:extLst>
          </p:cNvPr>
          <p:cNvCxnSpPr>
            <a:cxnSpLocks/>
          </p:cNvCxnSpPr>
          <p:nvPr/>
        </p:nvCxnSpPr>
        <p:spPr>
          <a:xfrm flipH="1" flipV="1">
            <a:off x="6648217" y="3470217"/>
            <a:ext cx="2501900" cy="200781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6526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2" name="直接箭头连接符 231">
            <a:extLst>
              <a:ext uri="{FF2B5EF4-FFF2-40B4-BE49-F238E27FC236}">
                <a16:creationId xmlns:a16="http://schemas.microsoft.com/office/drawing/2014/main" id="{1973A5FF-7230-404F-87A3-4D5996F14F28}"/>
              </a:ext>
            </a:extLst>
          </p:cNvPr>
          <p:cNvCxnSpPr>
            <a:cxnSpLocks/>
            <a:stCxn id="105" idx="1"/>
            <a:endCxn id="102" idx="6"/>
          </p:cNvCxnSpPr>
          <p:nvPr/>
        </p:nvCxnSpPr>
        <p:spPr>
          <a:xfrm flipH="1">
            <a:off x="4684553" y="3356156"/>
            <a:ext cx="992586" cy="1645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文本框 234">
            <a:extLst>
              <a:ext uri="{FF2B5EF4-FFF2-40B4-BE49-F238E27FC236}">
                <a16:creationId xmlns:a16="http://schemas.microsoft.com/office/drawing/2014/main" id="{68D8ADF2-3E31-4D48-96FE-C6BCD27DE84C}"/>
              </a:ext>
            </a:extLst>
          </p:cNvPr>
          <p:cNvSpPr txBox="1"/>
          <p:nvPr/>
        </p:nvSpPr>
        <p:spPr>
          <a:xfrm rot="21098539">
            <a:off x="4821489" y="3317505"/>
            <a:ext cx="684232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12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,[8,10)</a:t>
            </a:r>
            <a:endParaRPr lang="zh-CN" altLang="en-US" sz="1200" dirty="0"/>
          </a:p>
        </p:txBody>
      </p: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BFF9A3B0-B73C-4757-A223-70BE1D087AD8}"/>
              </a:ext>
            </a:extLst>
          </p:cNvPr>
          <p:cNvGrpSpPr/>
          <p:nvPr/>
        </p:nvGrpSpPr>
        <p:grpSpPr>
          <a:xfrm rot="20731227">
            <a:off x="1439846" y="3023505"/>
            <a:ext cx="2781934" cy="276999"/>
            <a:chOff x="2558058" y="3248121"/>
            <a:chExt cx="2671414" cy="276999"/>
          </a:xfrm>
        </p:grpSpPr>
        <p:cxnSp>
          <p:nvCxnSpPr>
            <p:cNvPr id="158" name="直接箭头连接符 157">
              <a:extLst>
                <a:ext uri="{FF2B5EF4-FFF2-40B4-BE49-F238E27FC236}">
                  <a16:creationId xmlns:a16="http://schemas.microsoft.com/office/drawing/2014/main" id="{BD9D9FAA-36D3-4A95-8927-A6C77CB3B0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58058" y="3366943"/>
              <a:ext cx="2671414" cy="281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B1307CDD-016D-4EBF-BDD2-A93EFEBC69A3}"/>
                </a:ext>
              </a:extLst>
            </p:cNvPr>
            <p:cNvSpPr txBox="1"/>
            <p:nvPr/>
          </p:nvSpPr>
          <p:spPr>
            <a:xfrm>
              <a:off x="2881625" y="3248121"/>
              <a:ext cx="69036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kern="12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o</a:t>
              </a:r>
              <a:r>
                <a:rPr lang="en-US" altLang="zh-CN" sz="1200" kern="1200" baseline="-250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sz="1200" dirty="0">
                  <a:solidFill>
                    <a:schemeClr val="tx1"/>
                  </a:solidFill>
                  <a:latin typeface="Euclid" panose="02020503060505020303" pitchFamily="18" charset="0"/>
                </a:rPr>
                <a:t>,[7,8)</a:t>
              </a:r>
              <a:endParaRPr lang="zh-CN" altLang="en-US" sz="1200" dirty="0"/>
            </a:p>
          </p:txBody>
        </p:sp>
      </p:grpSp>
      <p:sp>
        <p:nvSpPr>
          <p:cNvPr id="47" name="椭圆 46">
            <a:extLst>
              <a:ext uri="{FF2B5EF4-FFF2-40B4-BE49-F238E27FC236}">
                <a16:creationId xmlns:a16="http://schemas.microsoft.com/office/drawing/2014/main" id="{794C6F0F-D538-4287-ABB6-BF8FE397C803}"/>
              </a:ext>
            </a:extLst>
          </p:cNvPr>
          <p:cNvSpPr/>
          <p:nvPr/>
        </p:nvSpPr>
        <p:spPr>
          <a:xfrm>
            <a:off x="731551" y="941285"/>
            <a:ext cx="508004" cy="535612"/>
          </a:xfrm>
          <a:prstGeom prst="ellipse">
            <a:avLst/>
          </a:prstGeom>
          <a:noFill/>
          <a:ln w="349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{8}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1B0FB9F1-1DDD-4E8F-A079-02E63D97D78F}"/>
              </a:ext>
            </a:extLst>
          </p:cNvPr>
          <p:cNvSpPr/>
          <p:nvPr/>
        </p:nvSpPr>
        <p:spPr>
          <a:xfrm>
            <a:off x="668166" y="320582"/>
            <a:ext cx="634774" cy="333513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{8} {}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948A7B93-BE05-41EA-B5FE-7C338EF702CD}"/>
              </a:ext>
            </a:extLst>
          </p:cNvPr>
          <p:cNvSpPr/>
          <p:nvPr/>
        </p:nvSpPr>
        <p:spPr>
          <a:xfrm>
            <a:off x="502468" y="1829795"/>
            <a:ext cx="966170" cy="44541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{8,9}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,[1,2))}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76C12C65-1317-4876-AB8A-3A9ABF735CA9}"/>
              </a:ext>
            </a:extLst>
          </p:cNvPr>
          <p:cNvCxnSpPr>
            <a:cxnSpLocks/>
            <a:stCxn id="47" idx="4"/>
            <a:endCxn id="49" idx="0"/>
          </p:cNvCxnSpPr>
          <p:nvPr/>
        </p:nvCxnSpPr>
        <p:spPr>
          <a:xfrm>
            <a:off x="985553" y="1476897"/>
            <a:ext cx="0" cy="35289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6FE7C68C-7FCA-4F65-B27A-DC101E9643DB}"/>
              </a:ext>
            </a:extLst>
          </p:cNvPr>
          <p:cNvCxnSpPr>
            <a:cxnSpLocks/>
            <a:stCxn id="47" idx="0"/>
            <a:endCxn id="48" idx="2"/>
          </p:cNvCxnSpPr>
          <p:nvPr/>
        </p:nvCxnSpPr>
        <p:spPr>
          <a:xfrm flipV="1">
            <a:off x="985553" y="654095"/>
            <a:ext cx="0" cy="2871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46E06067-C637-43AA-AAB9-3C0AC1325C2B}"/>
              </a:ext>
            </a:extLst>
          </p:cNvPr>
          <p:cNvCxnSpPr>
            <a:cxnSpLocks/>
            <a:endCxn id="47" idx="2"/>
          </p:cNvCxnSpPr>
          <p:nvPr/>
        </p:nvCxnSpPr>
        <p:spPr>
          <a:xfrm>
            <a:off x="223547" y="1209091"/>
            <a:ext cx="5080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A16B7E62-B2FF-43ED-8931-28538C7BADF0}"/>
              </a:ext>
            </a:extLst>
          </p:cNvPr>
          <p:cNvSpPr/>
          <p:nvPr/>
        </p:nvSpPr>
        <p:spPr>
          <a:xfrm>
            <a:off x="502468" y="2543020"/>
            <a:ext cx="966170" cy="445417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{2,6,8,9}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,[2,4))}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00EE5F81-4FD3-4E1D-A600-C1D402A957DA}"/>
              </a:ext>
            </a:extLst>
          </p:cNvPr>
          <p:cNvSpPr/>
          <p:nvPr/>
        </p:nvSpPr>
        <p:spPr>
          <a:xfrm>
            <a:off x="485830" y="3255662"/>
            <a:ext cx="999446" cy="465442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{2,3,6,8,9}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,[4,10))}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C6417309-FDF2-49EB-9DF0-43AB32705D91}"/>
              </a:ext>
            </a:extLst>
          </p:cNvPr>
          <p:cNvCxnSpPr>
            <a:cxnSpLocks/>
            <a:stCxn id="49" idx="2"/>
            <a:endCxn id="78" idx="0"/>
          </p:cNvCxnSpPr>
          <p:nvPr/>
        </p:nvCxnSpPr>
        <p:spPr>
          <a:xfrm>
            <a:off x="985553" y="2275212"/>
            <a:ext cx="0" cy="2678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2FEAF940-B139-4777-B93F-193735256A12}"/>
              </a:ext>
            </a:extLst>
          </p:cNvPr>
          <p:cNvCxnSpPr>
            <a:cxnSpLocks/>
            <a:stCxn id="78" idx="2"/>
            <a:endCxn id="79" idx="0"/>
          </p:cNvCxnSpPr>
          <p:nvPr/>
        </p:nvCxnSpPr>
        <p:spPr>
          <a:xfrm>
            <a:off x="985553" y="2988437"/>
            <a:ext cx="0" cy="26722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60659F9B-8A05-4B21-BE1B-33F6D9C7E027}"/>
              </a:ext>
            </a:extLst>
          </p:cNvPr>
          <p:cNvSpPr/>
          <p:nvPr/>
        </p:nvSpPr>
        <p:spPr>
          <a:xfrm>
            <a:off x="2039072" y="310811"/>
            <a:ext cx="1632220" cy="441424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{8,9}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,[1,2)), 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,[1,5))}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F1CB42DB-3DB4-4F18-BADA-736C84A618A1}"/>
              </a:ext>
            </a:extLst>
          </p:cNvPr>
          <p:cNvSpPr/>
          <p:nvPr/>
        </p:nvSpPr>
        <p:spPr>
          <a:xfrm>
            <a:off x="2039072" y="1011453"/>
            <a:ext cx="1632221" cy="465443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{2,6,8,9}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,[2,4)), 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,[1,5))}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E23779B8-EA57-4845-81FA-15FC0673AE0C}"/>
              </a:ext>
            </a:extLst>
          </p:cNvPr>
          <p:cNvSpPr/>
          <p:nvPr/>
        </p:nvSpPr>
        <p:spPr>
          <a:xfrm>
            <a:off x="4176554" y="3252862"/>
            <a:ext cx="507999" cy="535612"/>
          </a:xfrm>
          <a:prstGeom prst="ellipse">
            <a:avLst/>
          </a:prstGeom>
          <a:noFill/>
          <a:ln w="349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{5}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DF06B974-D389-4E94-BD39-E82DA7B10A2C}"/>
              </a:ext>
            </a:extLst>
          </p:cNvPr>
          <p:cNvSpPr/>
          <p:nvPr/>
        </p:nvSpPr>
        <p:spPr>
          <a:xfrm>
            <a:off x="4176554" y="2485350"/>
            <a:ext cx="507999" cy="535612"/>
          </a:xfrm>
          <a:prstGeom prst="ellipse">
            <a:avLst/>
          </a:prstGeom>
          <a:noFill/>
          <a:ln w="349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{6}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68E0762E-5AC4-4831-BF9F-37D4C335A946}"/>
              </a:ext>
            </a:extLst>
          </p:cNvPr>
          <p:cNvSpPr/>
          <p:nvPr/>
        </p:nvSpPr>
        <p:spPr>
          <a:xfrm>
            <a:off x="5338050" y="1681658"/>
            <a:ext cx="678179" cy="535612"/>
          </a:xfrm>
          <a:prstGeom prst="ellipse">
            <a:avLst/>
          </a:prstGeom>
          <a:noFill/>
          <a:ln w="349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{5,6}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BA3FFAEF-F113-4A57-8269-2379039A3DA2}"/>
              </a:ext>
            </a:extLst>
          </p:cNvPr>
          <p:cNvSpPr/>
          <p:nvPr/>
        </p:nvSpPr>
        <p:spPr>
          <a:xfrm>
            <a:off x="5677139" y="3131346"/>
            <a:ext cx="999446" cy="449620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{2,3,6}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,[2,3))}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D020D022-90F5-4A82-9681-517DD8CDF078}"/>
              </a:ext>
            </a:extLst>
          </p:cNvPr>
          <p:cNvSpPr/>
          <p:nvPr/>
        </p:nvSpPr>
        <p:spPr>
          <a:xfrm>
            <a:off x="6917948" y="3131346"/>
            <a:ext cx="999446" cy="449619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{2,6}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,[2,3))}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C24D8FD8-0A89-4FAE-A4F0-880556ABF28D}"/>
              </a:ext>
            </a:extLst>
          </p:cNvPr>
          <p:cNvSpPr/>
          <p:nvPr/>
        </p:nvSpPr>
        <p:spPr>
          <a:xfrm>
            <a:off x="6954910" y="4403712"/>
            <a:ext cx="999446" cy="449618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{2,3,6}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,[3,7))}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B304B996-01B7-4D4C-A4A2-7910244934B2}"/>
              </a:ext>
            </a:extLst>
          </p:cNvPr>
          <p:cNvSpPr/>
          <p:nvPr/>
        </p:nvSpPr>
        <p:spPr>
          <a:xfrm>
            <a:off x="8158758" y="3131346"/>
            <a:ext cx="999446" cy="449619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{2,6}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12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12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,[1,2))}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B4FEC358-25B7-4D81-ACBA-74381F700806}"/>
              </a:ext>
            </a:extLst>
          </p:cNvPr>
          <p:cNvSpPr/>
          <p:nvPr/>
        </p:nvSpPr>
        <p:spPr>
          <a:xfrm>
            <a:off x="4708450" y="5343314"/>
            <a:ext cx="1632221" cy="465443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{2,3,6}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,[2,3)), 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,[2,7))}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C129B20B-1199-4506-9ADF-1A28AE2E25A9}"/>
              </a:ext>
            </a:extLst>
          </p:cNvPr>
          <p:cNvSpPr/>
          <p:nvPr/>
        </p:nvSpPr>
        <p:spPr>
          <a:xfrm>
            <a:off x="2930956" y="5309114"/>
            <a:ext cx="1632221" cy="449619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{2,3,6}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{{(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,[2,3)), (</a:t>
            </a:r>
            <a:r>
              <a:rPr lang="en-US" altLang="zh-CN" sz="12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12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,[1,2))}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E223F507-F141-4E1F-A31E-96951BD51C03}"/>
              </a:ext>
            </a:extLst>
          </p:cNvPr>
          <p:cNvSpPr/>
          <p:nvPr/>
        </p:nvSpPr>
        <p:spPr>
          <a:xfrm>
            <a:off x="10031217" y="4402982"/>
            <a:ext cx="1632221" cy="449619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{2,3,6}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{{(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,[3,7)), (</a:t>
            </a:r>
            <a:r>
              <a:rPr lang="en-US" altLang="zh-CN" sz="12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12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,[1,2))}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70F61224-F3EF-49BC-AF7C-BE95C9F92C50}"/>
              </a:ext>
            </a:extLst>
          </p:cNvPr>
          <p:cNvSpPr/>
          <p:nvPr/>
        </p:nvSpPr>
        <p:spPr>
          <a:xfrm>
            <a:off x="6531961" y="5337790"/>
            <a:ext cx="2401736" cy="449619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{2,3,6}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{{(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,[2,3)),(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,[2,7)), (</a:t>
            </a:r>
            <a:r>
              <a:rPr lang="en-US" altLang="zh-CN" sz="12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12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,[1,2))}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85CAD3ED-9DC5-4BC1-9E27-D0BCE7AA6D10}"/>
              </a:ext>
            </a:extLst>
          </p:cNvPr>
          <p:cNvSpPr/>
          <p:nvPr/>
        </p:nvSpPr>
        <p:spPr>
          <a:xfrm>
            <a:off x="8158758" y="4395402"/>
            <a:ext cx="1632221" cy="449619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{2,6}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{{(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,[2,3)), (</a:t>
            </a:r>
            <a:r>
              <a:rPr lang="en-US" altLang="zh-CN" sz="12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12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,[1,2))}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16" name="矩形: 圆角 115">
            <a:extLst>
              <a:ext uri="{FF2B5EF4-FFF2-40B4-BE49-F238E27FC236}">
                <a16:creationId xmlns:a16="http://schemas.microsoft.com/office/drawing/2014/main" id="{8F7F4698-0A48-4BC1-8AF3-3A982920F5F0}"/>
              </a:ext>
            </a:extLst>
          </p:cNvPr>
          <p:cNvSpPr/>
          <p:nvPr/>
        </p:nvSpPr>
        <p:spPr>
          <a:xfrm>
            <a:off x="7174579" y="370268"/>
            <a:ext cx="634774" cy="333513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{5} {}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17" name="矩形: 圆角 116">
            <a:extLst>
              <a:ext uri="{FF2B5EF4-FFF2-40B4-BE49-F238E27FC236}">
                <a16:creationId xmlns:a16="http://schemas.microsoft.com/office/drawing/2014/main" id="{0DCBDBAE-2D61-4F1F-BF38-326563499529}"/>
              </a:ext>
            </a:extLst>
          </p:cNvPr>
          <p:cNvSpPr/>
          <p:nvPr/>
        </p:nvSpPr>
        <p:spPr>
          <a:xfrm>
            <a:off x="7174579" y="1714625"/>
            <a:ext cx="634774" cy="333513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{6} {}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19" name="矩形: 圆角 118">
            <a:extLst>
              <a:ext uri="{FF2B5EF4-FFF2-40B4-BE49-F238E27FC236}">
                <a16:creationId xmlns:a16="http://schemas.microsoft.com/office/drawing/2014/main" id="{BE96471F-2510-4F8C-A7C7-0C132BB5B068}"/>
              </a:ext>
            </a:extLst>
          </p:cNvPr>
          <p:cNvSpPr/>
          <p:nvPr/>
        </p:nvSpPr>
        <p:spPr>
          <a:xfrm>
            <a:off x="6992243" y="984394"/>
            <a:ext cx="999446" cy="449619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{5}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12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12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,[1,3))}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684BB3CF-4FBA-4914-8223-398EA15C2EAB}"/>
              </a:ext>
            </a:extLst>
          </p:cNvPr>
          <p:cNvCxnSpPr>
            <a:cxnSpLocks/>
            <a:stCxn id="49" idx="3"/>
            <a:endCxn id="97" idx="1"/>
          </p:cNvCxnSpPr>
          <p:nvPr/>
        </p:nvCxnSpPr>
        <p:spPr>
          <a:xfrm flipV="1">
            <a:off x="1468638" y="531523"/>
            <a:ext cx="570434" cy="152098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箭头连接符 120">
            <a:extLst>
              <a:ext uri="{FF2B5EF4-FFF2-40B4-BE49-F238E27FC236}">
                <a16:creationId xmlns:a16="http://schemas.microsoft.com/office/drawing/2014/main" id="{18F13F58-08F2-431D-B566-78AF0887725F}"/>
              </a:ext>
            </a:extLst>
          </p:cNvPr>
          <p:cNvCxnSpPr>
            <a:cxnSpLocks/>
            <a:stCxn id="97" idx="2"/>
            <a:endCxn id="99" idx="0"/>
          </p:cNvCxnSpPr>
          <p:nvPr/>
        </p:nvCxnSpPr>
        <p:spPr>
          <a:xfrm>
            <a:off x="2855182" y="752235"/>
            <a:ext cx="1" cy="25921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E3B14716-3AEE-46A9-A1A6-204EC96DA103}"/>
              </a:ext>
            </a:extLst>
          </p:cNvPr>
          <p:cNvCxnSpPr>
            <a:cxnSpLocks/>
            <a:stCxn id="99" idx="2"/>
            <a:endCxn id="100" idx="0"/>
          </p:cNvCxnSpPr>
          <p:nvPr/>
        </p:nvCxnSpPr>
        <p:spPr>
          <a:xfrm>
            <a:off x="2855183" y="1476896"/>
            <a:ext cx="0" cy="2575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9C834FD1-5743-4267-B897-63A3EE0F37FD}"/>
              </a:ext>
            </a:extLst>
          </p:cNvPr>
          <p:cNvGrpSpPr/>
          <p:nvPr/>
        </p:nvGrpSpPr>
        <p:grpSpPr>
          <a:xfrm>
            <a:off x="1453661" y="2629326"/>
            <a:ext cx="2716116" cy="276999"/>
            <a:chOff x="2558058" y="3228443"/>
            <a:chExt cx="2671414" cy="276999"/>
          </a:xfrm>
        </p:grpSpPr>
        <p:cxnSp>
          <p:nvCxnSpPr>
            <p:cNvPr id="128" name="直接箭头连接符 127">
              <a:extLst>
                <a:ext uri="{FF2B5EF4-FFF2-40B4-BE49-F238E27FC236}">
                  <a16:creationId xmlns:a16="http://schemas.microsoft.com/office/drawing/2014/main" id="{1896AC4A-9487-43E1-8488-71C59AAFB1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58058" y="3366943"/>
              <a:ext cx="2671414" cy="281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4357B4A8-AAEB-4D4A-9935-2C3DC9EF98F2}"/>
                </a:ext>
              </a:extLst>
            </p:cNvPr>
            <p:cNvSpPr txBox="1"/>
            <p:nvPr/>
          </p:nvSpPr>
          <p:spPr>
            <a:xfrm>
              <a:off x="3621401" y="3228443"/>
              <a:ext cx="748854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kern="12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o</a:t>
              </a:r>
              <a:r>
                <a:rPr lang="en-US" altLang="zh-CN" sz="1200" kern="1200" baseline="-250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sz="1200" dirty="0">
                  <a:solidFill>
                    <a:schemeClr val="tx1"/>
                  </a:solidFill>
                  <a:latin typeface="Euclid" panose="02020503060505020303" pitchFamily="18" charset="0"/>
                </a:rPr>
                <a:t>,[5,19)</a:t>
              </a:r>
              <a:endParaRPr lang="zh-CN" altLang="en-US" sz="1200" dirty="0"/>
            </a:p>
          </p:txBody>
        </p:sp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A3F2C7FF-067F-477B-B899-52ECA7A68B48}"/>
              </a:ext>
            </a:extLst>
          </p:cNvPr>
          <p:cNvGrpSpPr/>
          <p:nvPr/>
        </p:nvGrpSpPr>
        <p:grpSpPr>
          <a:xfrm>
            <a:off x="3670454" y="1807687"/>
            <a:ext cx="1667596" cy="276999"/>
            <a:chOff x="2558058" y="3235375"/>
            <a:chExt cx="2671414" cy="276999"/>
          </a:xfrm>
        </p:grpSpPr>
        <p:cxnSp>
          <p:nvCxnSpPr>
            <p:cNvPr id="131" name="直接箭头连接符 130">
              <a:extLst>
                <a:ext uri="{FF2B5EF4-FFF2-40B4-BE49-F238E27FC236}">
                  <a16:creationId xmlns:a16="http://schemas.microsoft.com/office/drawing/2014/main" id="{D7267FA6-70CA-4792-9AC0-731764DAC4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58058" y="3366943"/>
              <a:ext cx="2671414" cy="281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文本框 131">
              <a:extLst>
                <a:ext uri="{FF2B5EF4-FFF2-40B4-BE49-F238E27FC236}">
                  <a16:creationId xmlns:a16="http://schemas.microsoft.com/office/drawing/2014/main" id="{53EC8EB6-2A05-4B68-BC55-2820DD7A7861}"/>
                </a:ext>
              </a:extLst>
            </p:cNvPr>
            <p:cNvSpPr txBox="1"/>
            <p:nvPr/>
          </p:nvSpPr>
          <p:spPr>
            <a:xfrm>
              <a:off x="3238114" y="3235375"/>
              <a:ext cx="1312648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kern="12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o</a:t>
              </a:r>
              <a:r>
                <a:rPr lang="en-US" altLang="zh-CN" sz="1200" kern="1200" baseline="-250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sz="1200" dirty="0">
                  <a:solidFill>
                    <a:schemeClr val="tx1"/>
                  </a:solidFill>
                  <a:latin typeface="Euclid" panose="02020503060505020303" pitchFamily="18" charset="0"/>
                </a:rPr>
                <a:t>,[8,17)</a:t>
              </a:r>
              <a:endParaRPr lang="zh-CN" altLang="en-US" sz="1200" dirty="0"/>
            </a:p>
          </p:txBody>
        </p:sp>
      </p:grp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CA7D2839-24D4-415E-8753-C388BC440993}"/>
              </a:ext>
            </a:extLst>
          </p:cNvPr>
          <p:cNvCxnSpPr>
            <a:cxnSpLocks/>
            <a:stCxn id="100" idx="2"/>
            <a:endCxn id="103" idx="2"/>
          </p:cNvCxnSpPr>
          <p:nvPr/>
        </p:nvCxnSpPr>
        <p:spPr>
          <a:xfrm>
            <a:off x="2855183" y="2199911"/>
            <a:ext cx="1321371" cy="55324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文本框 136">
            <a:extLst>
              <a:ext uri="{FF2B5EF4-FFF2-40B4-BE49-F238E27FC236}">
                <a16:creationId xmlns:a16="http://schemas.microsoft.com/office/drawing/2014/main" id="{D4D0F01A-CA9B-4E8D-8B7C-4AB4F4D82A0C}"/>
              </a:ext>
            </a:extLst>
          </p:cNvPr>
          <p:cNvSpPr txBox="1"/>
          <p:nvPr/>
        </p:nvSpPr>
        <p:spPr>
          <a:xfrm rot="1455462">
            <a:off x="3217369" y="2340715"/>
            <a:ext cx="67355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12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,[7,8)</a:t>
            </a:r>
            <a:endParaRPr lang="zh-CN" altLang="en-US" sz="1200" dirty="0"/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C8FFD32E-A4AF-4DA5-84FA-100E97B30F36}"/>
              </a:ext>
            </a:extLst>
          </p:cNvPr>
          <p:cNvGrpSpPr/>
          <p:nvPr/>
        </p:nvGrpSpPr>
        <p:grpSpPr>
          <a:xfrm rot="852409">
            <a:off x="1457820" y="2960026"/>
            <a:ext cx="2767817" cy="276999"/>
            <a:chOff x="2558058" y="3218676"/>
            <a:chExt cx="2671414" cy="276999"/>
          </a:xfrm>
        </p:grpSpPr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274B0BBA-212B-4831-A7B1-79B9C01348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58058" y="3366943"/>
              <a:ext cx="2671414" cy="281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E868DF3D-0740-4065-A265-3F964806B0BB}"/>
                </a:ext>
              </a:extLst>
            </p:cNvPr>
            <p:cNvSpPr txBox="1"/>
            <p:nvPr/>
          </p:nvSpPr>
          <p:spPr>
            <a:xfrm>
              <a:off x="4355644" y="3218676"/>
              <a:ext cx="69036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kern="12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o</a:t>
              </a:r>
              <a:r>
                <a:rPr lang="en-US" altLang="zh-CN" sz="1200" kern="1200" baseline="-250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sz="1200" dirty="0">
                  <a:solidFill>
                    <a:schemeClr val="tx1"/>
                  </a:solidFill>
                  <a:latin typeface="Euclid" panose="02020503060505020303" pitchFamily="18" charset="0"/>
                </a:rPr>
                <a:t>,[8,17)</a:t>
              </a:r>
              <a:endParaRPr lang="zh-CN" altLang="en-US" sz="1200" dirty="0"/>
            </a:p>
          </p:txBody>
        </p:sp>
      </p:grp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48778317-6765-4108-B65C-16091B33A131}"/>
              </a:ext>
            </a:extLst>
          </p:cNvPr>
          <p:cNvSpPr/>
          <p:nvPr/>
        </p:nvSpPr>
        <p:spPr>
          <a:xfrm>
            <a:off x="2039071" y="1734469"/>
            <a:ext cx="1632223" cy="465442"/>
          </a:xfrm>
          <a:prstGeom prst="roundRect">
            <a:avLst/>
          </a:prstGeom>
          <a:noFill/>
          <a:ln w="349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{2,3,6,8,9}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a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,[2,10)), (</a:t>
            </a:r>
            <a:r>
              <a:rPr lang="en-US" altLang="zh-CN" sz="1200" i="1" dirty="0">
                <a:solidFill>
                  <a:schemeClr val="tx1"/>
                </a:solidFill>
                <a:latin typeface="Euclid" panose="02020503060505020303" pitchFamily="18" charset="0"/>
              </a:rPr>
              <a:t>b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,[5,14))}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8529CAA6-2B94-41BE-B82C-4DE0DD8D6413}"/>
              </a:ext>
            </a:extLst>
          </p:cNvPr>
          <p:cNvGrpSpPr/>
          <p:nvPr/>
        </p:nvGrpSpPr>
        <p:grpSpPr>
          <a:xfrm>
            <a:off x="3666377" y="1091586"/>
            <a:ext cx="1795968" cy="276999"/>
            <a:chOff x="2558058" y="3244109"/>
            <a:chExt cx="2671414" cy="276999"/>
          </a:xfrm>
        </p:grpSpPr>
        <p:cxnSp>
          <p:nvCxnSpPr>
            <p:cNvPr id="144" name="直接箭头连接符 143">
              <a:extLst>
                <a:ext uri="{FF2B5EF4-FFF2-40B4-BE49-F238E27FC236}">
                  <a16:creationId xmlns:a16="http://schemas.microsoft.com/office/drawing/2014/main" id="{31A30358-F9F6-45A5-8D7C-A3D4613F5A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58058" y="3366943"/>
              <a:ext cx="2671414" cy="281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DD855E19-D532-4DC3-98A4-19AE77F46543}"/>
                </a:ext>
              </a:extLst>
            </p:cNvPr>
            <p:cNvSpPr txBox="1"/>
            <p:nvPr/>
          </p:nvSpPr>
          <p:spPr>
            <a:xfrm>
              <a:off x="3371576" y="3244109"/>
              <a:ext cx="108655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kern="12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o</a:t>
              </a:r>
              <a:r>
                <a:rPr lang="en-US" altLang="zh-CN" sz="1200" kern="1200" baseline="-250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sz="1200" dirty="0">
                  <a:solidFill>
                    <a:schemeClr val="tx1"/>
                  </a:solidFill>
                  <a:latin typeface="Euclid" panose="02020503060505020303" pitchFamily="18" charset="0"/>
                </a:rPr>
                <a:t>,[5,19)</a:t>
              </a:r>
              <a:endParaRPr lang="zh-CN" altLang="en-US" sz="1200" dirty="0"/>
            </a:p>
          </p:txBody>
        </p:sp>
      </p:grpSp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527F99B9-03F1-4125-849F-205B37A7574B}"/>
              </a:ext>
            </a:extLst>
          </p:cNvPr>
          <p:cNvGrpSpPr/>
          <p:nvPr/>
        </p:nvGrpSpPr>
        <p:grpSpPr>
          <a:xfrm rot="20480654">
            <a:off x="3651673" y="690049"/>
            <a:ext cx="1832454" cy="477923"/>
            <a:chOff x="2543060" y="3139009"/>
            <a:chExt cx="2534264" cy="477923"/>
          </a:xfrm>
        </p:grpSpPr>
        <p:cxnSp>
          <p:nvCxnSpPr>
            <p:cNvPr id="147" name="直接箭头连接符 146">
              <a:extLst>
                <a:ext uri="{FF2B5EF4-FFF2-40B4-BE49-F238E27FC236}">
                  <a16:creationId xmlns:a16="http://schemas.microsoft.com/office/drawing/2014/main" id="{78D8227D-E346-4F8A-B3A5-BF9DFB82941B}"/>
                </a:ext>
              </a:extLst>
            </p:cNvPr>
            <p:cNvCxnSpPr>
              <a:cxnSpLocks/>
            </p:cNvCxnSpPr>
            <p:nvPr/>
          </p:nvCxnSpPr>
          <p:spPr>
            <a:xfrm rot="902733" flipV="1">
              <a:off x="2543060" y="3139009"/>
              <a:ext cx="2534264" cy="47792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89DFE747-38A0-4371-9C9B-09F91C189A52}"/>
                </a:ext>
              </a:extLst>
            </p:cNvPr>
            <p:cNvSpPr txBox="1"/>
            <p:nvPr/>
          </p:nvSpPr>
          <p:spPr>
            <a:xfrm>
              <a:off x="3418611" y="3237859"/>
              <a:ext cx="1088715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kern="12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o</a:t>
              </a:r>
              <a:r>
                <a:rPr lang="en-US" altLang="zh-CN" sz="1200" kern="1200" baseline="-250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sz="1200" dirty="0">
                  <a:solidFill>
                    <a:schemeClr val="tx1"/>
                  </a:solidFill>
                  <a:latin typeface="Euclid" panose="02020503060505020303" pitchFamily="18" charset="0"/>
                </a:rPr>
                <a:t>,[8,17)</a:t>
              </a:r>
              <a:endParaRPr lang="zh-CN" altLang="en-US" sz="1200" dirty="0"/>
            </a:p>
          </p:txBody>
        </p:sp>
      </p:grpSp>
      <p:sp>
        <p:nvSpPr>
          <p:cNvPr id="149" name="椭圆 148">
            <a:extLst>
              <a:ext uri="{FF2B5EF4-FFF2-40B4-BE49-F238E27FC236}">
                <a16:creationId xmlns:a16="http://schemas.microsoft.com/office/drawing/2014/main" id="{ECA925BD-CDEE-46ED-AF89-24E1C75D2FDD}"/>
              </a:ext>
            </a:extLst>
          </p:cNvPr>
          <p:cNvSpPr/>
          <p:nvPr/>
        </p:nvSpPr>
        <p:spPr>
          <a:xfrm>
            <a:off x="5426586" y="262108"/>
            <a:ext cx="507999" cy="535612"/>
          </a:xfrm>
          <a:prstGeom prst="ellipse">
            <a:avLst/>
          </a:prstGeom>
          <a:noFill/>
          <a:ln w="34925" cmpd="sng">
            <a:solidFill>
              <a:schemeClr val="accent6">
                <a:lumMod val="75000"/>
                <a:alpha val="67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{5}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50" name="椭圆 149">
            <a:extLst>
              <a:ext uri="{FF2B5EF4-FFF2-40B4-BE49-F238E27FC236}">
                <a16:creationId xmlns:a16="http://schemas.microsoft.com/office/drawing/2014/main" id="{8C891216-8304-44DD-9F16-FFF90AAFAC4A}"/>
              </a:ext>
            </a:extLst>
          </p:cNvPr>
          <p:cNvSpPr/>
          <p:nvPr/>
        </p:nvSpPr>
        <p:spPr>
          <a:xfrm>
            <a:off x="5455740" y="926506"/>
            <a:ext cx="507999" cy="535612"/>
          </a:xfrm>
          <a:prstGeom prst="ellipse">
            <a:avLst/>
          </a:prstGeom>
          <a:noFill/>
          <a:ln w="34925" cmpd="sng">
            <a:solidFill>
              <a:schemeClr val="accent6">
                <a:lumMod val="75000"/>
                <a:alpha val="67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{6}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153" name="椭圆 152">
            <a:extLst>
              <a:ext uri="{FF2B5EF4-FFF2-40B4-BE49-F238E27FC236}">
                <a16:creationId xmlns:a16="http://schemas.microsoft.com/office/drawing/2014/main" id="{0D932669-4BB5-4FC8-8FC5-0F8C3ADC679B}"/>
              </a:ext>
            </a:extLst>
          </p:cNvPr>
          <p:cNvSpPr/>
          <p:nvPr/>
        </p:nvSpPr>
        <p:spPr>
          <a:xfrm>
            <a:off x="4052374" y="4135176"/>
            <a:ext cx="678179" cy="535612"/>
          </a:xfrm>
          <a:prstGeom prst="ellipse">
            <a:avLst/>
          </a:prstGeom>
          <a:noFill/>
          <a:ln w="34925">
            <a:solidFill>
              <a:schemeClr val="accent6">
                <a:lumMod val="75000"/>
                <a:alpha val="67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{5,6}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050CA3B2-9B4E-4613-ADF3-AA29C750BD8D}"/>
              </a:ext>
            </a:extLst>
          </p:cNvPr>
          <p:cNvGrpSpPr/>
          <p:nvPr/>
        </p:nvGrpSpPr>
        <p:grpSpPr>
          <a:xfrm rot="1080013">
            <a:off x="1427515" y="3812723"/>
            <a:ext cx="2711721" cy="276999"/>
            <a:chOff x="2558058" y="3256579"/>
            <a:chExt cx="2671414" cy="276999"/>
          </a:xfrm>
        </p:grpSpPr>
        <p:cxnSp>
          <p:nvCxnSpPr>
            <p:cNvPr id="155" name="直接箭头连接符 154">
              <a:extLst>
                <a:ext uri="{FF2B5EF4-FFF2-40B4-BE49-F238E27FC236}">
                  <a16:creationId xmlns:a16="http://schemas.microsoft.com/office/drawing/2014/main" id="{1EEE9D93-355F-43EF-9EC8-F235C04D70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58058" y="3366943"/>
              <a:ext cx="2671414" cy="281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D5DB84E2-BB1D-4140-8862-D2FF649CB92C}"/>
                </a:ext>
              </a:extLst>
            </p:cNvPr>
            <p:cNvSpPr txBox="1"/>
            <p:nvPr/>
          </p:nvSpPr>
          <p:spPr>
            <a:xfrm>
              <a:off x="3538255" y="3256579"/>
              <a:ext cx="816948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kern="12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o</a:t>
              </a:r>
              <a:r>
                <a:rPr lang="en-US" altLang="zh-CN" sz="1200" kern="1200" baseline="-250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sz="1200" dirty="0">
                  <a:solidFill>
                    <a:schemeClr val="tx1"/>
                  </a:solidFill>
                  <a:latin typeface="Euclid" panose="02020503060505020303" pitchFamily="18" charset="0"/>
                </a:rPr>
                <a:t>,[8,15)</a:t>
              </a:r>
              <a:endParaRPr lang="zh-CN" altLang="en-US" sz="1200" dirty="0"/>
            </a:p>
          </p:txBody>
        </p:sp>
      </p:grpSp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494E7D3C-219F-4060-A446-9F4FB6085096}"/>
              </a:ext>
            </a:extLst>
          </p:cNvPr>
          <p:cNvGrpSpPr/>
          <p:nvPr/>
        </p:nvGrpSpPr>
        <p:grpSpPr>
          <a:xfrm>
            <a:off x="1509042" y="3372806"/>
            <a:ext cx="2660736" cy="276999"/>
            <a:chOff x="2558058" y="3252025"/>
            <a:chExt cx="2671414" cy="276999"/>
          </a:xfrm>
        </p:grpSpPr>
        <p:cxnSp>
          <p:nvCxnSpPr>
            <p:cNvPr id="162" name="直接箭头连接符 161">
              <a:extLst>
                <a:ext uri="{FF2B5EF4-FFF2-40B4-BE49-F238E27FC236}">
                  <a16:creationId xmlns:a16="http://schemas.microsoft.com/office/drawing/2014/main" id="{73B304FF-7F6A-4512-858C-6B7B747388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58058" y="3366943"/>
              <a:ext cx="2671414" cy="281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5483CE48-600E-40E4-9A29-0B20411D8D64}"/>
                </a:ext>
              </a:extLst>
            </p:cNvPr>
            <p:cNvSpPr txBox="1"/>
            <p:nvPr/>
          </p:nvSpPr>
          <p:spPr>
            <a:xfrm>
              <a:off x="3597543" y="3252025"/>
              <a:ext cx="828268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kern="12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o</a:t>
              </a:r>
              <a:r>
                <a:rPr lang="en-US" altLang="zh-CN" sz="1200" kern="1200" baseline="-250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sz="1200" dirty="0">
                  <a:solidFill>
                    <a:schemeClr val="tx1"/>
                  </a:solidFill>
                  <a:latin typeface="Euclid" panose="02020503060505020303" pitchFamily="18" charset="0"/>
                </a:rPr>
                <a:t>,[15,17)</a:t>
              </a:r>
              <a:endParaRPr lang="zh-CN" altLang="en-US" sz="1200" dirty="0"/>
            </a:p>
          </p:txBody>
        </p:sp>
      </p:grp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C11468D7-AE89-418B-859F-EDF9AA217BE6}"/>
              </a:ext>
            </a:extLst>
          </p:cNvPr>
          <p:cNvCxnSpPr>
            <a:cxnSpLocks/>
            <a:stCxn id="149" idx="6"/>
            <a:endCxn id="116" idx="1"/>
          </p:cNvCxnSpPr>
          <p:nvPr/>
        </p:nvCxnSpPr>
        <p:spPr>
          <a:xfrm>
            <a:off x="5934585" y="529914"/>
            <a:ext cx="1239994" cy="711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箭头连接符 171">
            <a:extLst>
              <a:ext uri="{FF2B5EF4-FFF2-40B4-BE49-F238E27FC236}">
                <a16:creationId xmlns:a16="http://schemas.microsoft.com/office/drawing/2014/main" id="{4E96849F-9686-4902-AA0C-597DACE66814}"/>
              </a:ext>
            </a:extLst>
          </p:cNvPr>
          <p:cNvCxnSpPr>
            <a:cxnSpLocks/>
            <a:stCxn id="149" idx="6"/>
          </p:cNvCxnSpPr>
          <p:nvPr/>
        </p:nvCxnSpPr>
        <p:spPr>
          <a:xfrm>
            <a:off x="5934585" y="529914"/>
            <a:ext cx="1057658" cy="5356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箭头连接符 174">
            <a:extLst>
              <a:ext uri="{FF2B5EF4-FFF2-40B4-BE49-F238E27FC236}">
                <a16:creationId xmlns:a16="http://schemas.microsoft.com/office/drawing/2014/main" id="{434AF4F7-930C-44EF-A88E-0842DA0EEB51}"/>
              </a:ext>
            </a:extLst>
          </p:cNvPr>
          <p:cNvCxnSpPr>
            <a:cxnSpLocks/>
            <a:stCxn id="150" idx="5"/>
            <a:endCxn id="117" idx="1"/>
          </p:cNvCxnSpPr>
          <p:nvPr/>
        </p:nvCxnSpPr>
        <p:spPr>
          <a:xfrm>
            <a:off x="5889344" y="1383679"/>
            <a:ext cx="1285235" cy="4977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箭头连接符 181">
            <a:extLst>
              <a:ext uri="{FF2B5EF4-FFF2-40B4-BE49-F238E27FC236}">
                <a16:creationId xmlns:a16="http://schemas.microsoft.com/office/drawing/2014/main" id="{A918CF54-0A5B-4EAC-9AD0-2E323EC8FA73}"/>
              </a:ext>
            </a:extLst>
          </p:cNvPr>
          <p:cNvCxnSpPr>
            <a:cxnSpLocks/>
            <a:stCxn id="119" idx="1"/>
            <a:endCxn id="150" idx="6"/>
          </p:cNvCxnSpPr>
          <p:nvPr/>
        </p:nvCxnSpPr>
        <p:spPr>
          <a:xfrm flipH="1" flipV="1">
            <a:off x="5963739" y="1194312"/>
            <a:ext cx="1028504" cy="148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文本框 191">
            <a:extLst>
              <a:ext uri="{FF2B5EF4-FFF2-40B4-BE49-F238E27FC236}">
                <a16:creationId xmlns:a16="http://schemas.microsoft.com/office/drawing/2014/main" id="{4DDF3C99-58F2-44B9-A3BC-512566E051A2}"/>
              </a:ext>
            </a:extLst>
          </p:cNvPr>
          <p:cNvSpPr txBox="1"/>
          <p:nvPr/>
        </p:nvSpPr>
        <p:spPr>
          <a:xfrm>
            <a:off x="6156262" y="1070591"/>
            <a:ext cx="656017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12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,[1,4)</a:t>
            </a:r>
            <a:endParaRPr lang="zh-CN" altLang="en-US" sz="1200" dirty="0"/>
          </a:p>
        </p:txBody>
      </p:sp>
      <p:cxnSp>
        <p:nvCxnSpPr>
          <p:cNvPr id="195" name="直接箭头连接符 194">
            <a:extLst>
              <a:ext uri="{FF2B5EF4-FFF2-40B4-BE49-F238E27FC236}">
                <a16:creationId xmlns:a16="http://schemas.microsoft.com/office/drawing/2014/main" id="{91C582E6-38D7-4AFF-9C78-51B11970EAF2}"/>
              </a:ext>
            </a:extLst>
          </p:cNvPr>
          <p:cNvCxnSpPr>
            <a:cxnSpLocks/>
            <a:stCxn id="104" idx="4"/>
            <a:endCxn id="105" idx="0"/>
          </p:cNvCxnSpPr>
          <p:nvPr/>
        </p:nvCxnSpPr>
        <p:spPr>
          <a:xfrm>
            <a:off x="5677140" y="2217270"/>
            <a:ext cx="499722" cy="9140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箭头连接符 197">
            <a:extLst>
              <a:ext uri="{FF2B5EF4-FFF2-40B4-BE49-F238E27FC236}">
                <a16:creationId xmlns:a16="http://schemas.microsoft.com/office/drawing/2014/main" id="{B31BBA6C-5770-42B7-AE19-BFA855359758}"/>
              </a:ext>
            </a:extLst>
          </p:cNvPr>
          <p:cNvCxnSpPr>
            <a:cxnSpLocks/>
            <a:stCxn id="104" idx="4"/>
            <a:endCxn id="106" idx="0"/>
          </p:cNvCxnSpPr>
          <p:nvPr/>
        </p:nvCxnSpPr>
        <p:spPr>
          <a:xfrm>
            <a:off x="5677140" y="2217270"/>
            <a:ext cx="1740531" cy="9140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接箭头连接符 200">
            <a:extLst>
              <a:ext uri="{FF2B5EF4-FFF2-40B4-BE49-F238E27FC236}">
                <a16:creationId xmlns:a16="http://schemas.microsoft.com/office/drawing/2014/main" id="{54BB8D93-3936-4FD2-B510-AA853DB49550}"/>
              </a:ext>
            </a:extLst>
          </p:cNvPr>
          <p:cNvCxnSpPr>
            <a:cxnSpLocks/>
            <a:stCxn id="104" idx="4"/>
            <a:endCxn id="108" idx="0"/>
          </p:cNvCxnSpPr>
          <p:nvPr/>
        </p:nvCxnSpPr>
        <p:spPr>
          <a:xfrm>
            <a:off x="5677140" y="2217270"/>
            <a:ext cx="2981341" cy="9140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箭头连接符 205">
            <a:extLst>
              <a:ext uri="{FF2B5EF4-FFF2-40B4-BE49-F238E27FC236}">
                <a16:creationId xmlns:a16="http://schemas.microsoft.com/office/drawing/2014/main" id="{595E141C-6C7D-438C-90E6-0BA6AB0CCEC1}"/>
              </a:ext>
            </a:extLst>
          </p:cNvPr>
          <p:cNvCxnSpPr>
            <a:cxnSpLocks/>
            <a:stCxn id="103" idx="6"/>
          </p:cNvCxnSpPr>
          <p:nvPr/>
        </p:nvCxnSpPr>
        <p:spPr>
          <a:xfrm>
            <a:off x="4684553" y="2753156"/>
            <a:ext cx="1025186" cy="40342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箭头连接符 208">
            <a:extLst>
              <a:ext uri="{FF2B5EF4-FFF2-40B4-BE49-F238E27FC236}">
                <a16:creationId xmlns:a16="http://schemas.microsoft.com/office/drawing/2014/main" id="{B02CBE87-6485-4B7F-954D-A545269CF026}"/>
              </a:ext>
            </a:extLst>
          </p:cNvPr>
          <p:cNvCxnSpPr>
            <a:cxnSpLocks/>
            <a:stCxn id="105" idx="2"/>
            <a:endCxn id="109" idx="0"/>
          </p:cNvCxnSpPr>
          <p:nvPr/>
        </p:nvCxnSpPr>
        <p:spPr>
          <a:xfrm flipH="1">
            <a:off x="5524561" y="3580966"/>
            <a:ext cx="652301" cy="17623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接箭头连接符 212">
            <a:extLst>
              <a:ext uri="{FF2B5EF4-FFF2-40B4-BE49-F238E27FC236}">
                <a16:creationId xmlns:a16="http://schemas.microsoft.com/office/drawing/2014/main" id="{DE8091B5-157E-476D-876F-B7AB92F7B4E7}"/>
              </a:ext>
            </a:extLst>
          </p:cNvPr>
          <p:cNvCxnSpPr>
            <a:cxnSpLocks/>
            <a:stCxn id="105" idx="2"/>
            <a:endCxn id="110" idx="0"/>
          </p:cNvCxnSpPr>
          <p:nvPr/>
        </p:nvCxnSpPr>
        <p:spPr>
          <a:xfrm flipH="1">
            <a:off x="3747067" y="3580966"/>
            <a:ext cx="2429795" cy="17281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94FB980E-C75E-42CF-A32E-E226F389B172}"/>
              </a:ext>
            </a:extLst>
          </p:cNvPr>
          <p:cNvCxnSpPr>
            <a:cxnSpLocks/>
            <a:stCxn id="105" idx="2"/>
          </p:cNvCxnSpPr>
          <p:nvPr/>
        </p:nvCxnSpPr>
        <p:spPr>
          <a:xfrm>
            <a:off x="6176862" y="3580966"/>
            <a:ext cx="424119" cy="175682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箭头连接符 219">
            <a:extLst>
              <a:ext uri="{FF2B5EF4-FFF2-40B4-BE49-F238E27FC236}">
                <a16:creationId xmlns:a16="http://schemas.microsoft.com/office/drawing/2014/main" id="{B07F1BAF-92BE-4516-9762-B64565535EDF}"/>
              </a:ext>
            </a:extLst>
          </p:cNvPr>
          <p:cNvCxnSpPr>
            <a:cxnSpLocks/>
            <a:stCxn id="105" idx="1"/>
            <a:endCxn id="103" idx="5"/>
          </p:cNvCxnSpPr>
          <p:nvPr/>
        </p:nvCxnSpPr>
        <p:spPr>
          <a:xfrm flipH="1" flipV="1">
            <a:off x="4610158" y="2942523"/>
            <a:ext cx="1066981" cy="41363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文本框 223">
            <a:extLst>
              <a:ext uri="{FF2B5EF4-FFF2-40B4-BE49-F238E27FC236}">
                <a16:creationId xmlns:a16="http://schemas.microsoft.com/office/drawing/2014/main" id="{63D7E96D-1D7C-4680-A159-2545C4D6952B}"/>
              </a:ext>
            </a:extLst>
          </p:cNvPr>
          <p:cNvSpPr txBox="1"/>
          <p:nvPr/>
        </p:nvSpPr>
        <p:spPr>
          <a:xfrm rot="1234291">
            <a:off x="4716080" y="2972251"/>
            <a:ext cx="67355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12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,[5,6)</a:t>
            </a:r>
            <a:endParaRPr lang="zh-CN" altLang="en-US" sz="1200" dirty="0"/>
          </a:p>
        </p:txBody>
      </p:sp>
      <p:cxnSp>
        <p:nvCxnSpPr>
          <p:cNvPr id="225" name="直接箭头连接符 224">
            <a:extLst>
              <a:ext uri="{FF2B5EF4-FFF2-40B4-BE49-F238E27FC236}">
                <a16:creationId xmlns:a16="http://schemas.microsoft.com/office/drawing/2014/main" id="{8A8CAE9B-9E60-42F8-8122-0185068532CE}"/>
              </a:ext>
            </a:extLst>
          </p:cNvPr>
          <p:cNvCxnSpPr>
            <a:cxnSpLocks/>
            <a:stCxn id="105" idx="1"/>
            <a:endCxn id="153" idx="6"/>
          </p:cNvCxnSpPr>
          <p:nvPr/>
        </p:nvCxnSpPr>
        <p:spPr>
          <a:xfrm flipH="1">
            <a:off x="4730553" y="3356156"/>
            <a:ext cx="946586" cy="104682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文本框 227">
            <a:extLst>
              <a:ext uri="{FF2B5EF4-FFF2-40B4-BE49-F238E27FC236}">
                <a16:creationId xmlns:a16="http://schemas.microsoft.com/office/drawing/2014/main" id="{A754CCEE-126E-4F0B-A721-9180CD3FC465}"/>
              </a:ext>
            </a:extLst>
          </p:cNvPr>
          <p:cNvSpPr txBox="1"/>
          <p:nvPr/>
        </p:nvSpPr>
        <p:spPr>
          <a:xfrm rot="18718940">
            <a:off x="4957171" y="3653502"/>
            <a:ext cx="67355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kern="12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1200" kern="1200" baseline="-25000" dirty="0">
                <a:solidFill>
                  <a:srgbClr val="000000"/>
                </a:solidFill>
                <a:effectLst/>
                <a:latin typeface="Euclid" panose="020205030605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,[6,8)</a:t>
            </a:r>
            <a:endParaRPr lang="zh-CN" altLang="en-US" sz="1200" dirty="0"/>
          </a:p>
        </p:txBody>
      </p:sp>
      <p:cxnSp>
        <p:nvCxnSpPr>
          <p:cNvPr id="244" name="直接箭头连接符 243">
            <a:extLst>
              <a:ext uri="{FF2B5EF4-FFF2-40B4-BE49-F238E27FC236}">
                <a16:creationId xmlns:a16="http://schemas.microsoft.com/office/drawing/2014/main" id="{28C48984-EEEA-4B90-96E5-BC7B48691756}"/>
              </a:ext>
            </a:extLst>
          </p:cNvPr>
          <p:cNvCxnSpPr>
            <a:cxnSpLocks/>
            <a:stCxn id="106" idx="2"/>
            <a:endCxn id="107" idx="0"/>
          </p:cNvCxnSpPr>
          <p:nvPr/>
        </p:nvCxnSpPr>
        <p:spPr>
          <a:xfrm>
            <a:off x="7417671" y="3580965"/>
            <a:ext cx="36962" cy="82274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接箭头连接符 247">
            <a:extLst>
              <a:ext uri="{FF2B5EF4-FFF2-40B4-BE49-F238E27FC236}">
                <a16:creationId xmlns:a16="http://schemas.microsoft.com/office/drawing/2014/main" id="{7C1CA5F4-09E7-4DAE-8968-532926BBB6F6}"/>
              </a:ext>
            </a:extLst>
          </p:cNvPr>
          <p:cNvCxnSpPr>
            <a:cxnSpLocks/>
          </p:cNvCxnSpPr>
          <p:nvPr/>
        </p:nvCxnSpPr>
        <p:spPr>
          <a:xfrm flipH="1">
            <a:off x="5741284" y="3525782"/>
            <a:ext cx="1176664" cy="181753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接箭头连接符 250">
            <a:extLst>
              <a:ext uri="{FF2B5EF4-FFF2-40B4-BE49-F238E27FC236}">
                <a16:creationId xmlns:a16="http://schemas.microsoft.com/office/drawing/2014/main" id="{304F307E-85A3-4761-92E4-F2C8A16FAB67}"/>
              </a:ext>
            </a:extLst>
          </p:cNvPr>
          <p:cNvCxnSpPr>
            <a:cxnSpLocks/>
            <a:stCxn id="106" idx="2"/>
            <a:endCxn id="114" idx="0"/>
          </p:cNvCxnSpPr>
          <p:nvPr/>
        </p:nvCxnSpPr>
        <p:spPr>
          <a:xfrm>
            <a:off x="7417671" y="3580965"/>
            <a:ext cx="1557198" cy="81443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直接箭头连接符 262">
            <a:extLst>
              <a:ext uri="{FF2B5EF4-FFF2-40B4-BE49-F238E27FC236}">
                <a16:creationId xmlns:a16="http://schemas.microsoft.com/office/drawing/2014/main" id="{3099FC84-D2F8-4B72-ACEE-D71C76AF098E}"/>
              </a:ext>
            </a:extLst>
          </p:cNvPr>
          <p:cNvCxnSpPr>
            <a:cxnSpLocks/>
          </p:cNvCxnSpPr>
          <p:nvPr/>
        </p:nvCxnSpPr>
        <p:spPr>
          <a:xfrm flipH="1">
            <a:off x="6684211" y="3555728"/>
            <a:ext cx="233737" cy="17820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椭圆 268">
            <a:extLst>
              <a:ext uri="{FF2B5EF4-FFF2-40B4-BE49-F238E27FC236}">
                <a16:creationId xmlns:a16="http://schemas.microsoft.com/office/drawing/2014/main" id="{8613840A-E236-4E15-A37C-9D4AD318C323}"/>
              </a:ext>
            </a:extLst>
          </p:cNvPr>
          <p:cNvSpPr/>
          <p:nvPr/>
        </p:nvSpPr>
        <p:spPr>
          <a:xfrm>
            <a:off x="9832758" y="1588242"/>
            <a:ext cx="507999" cy="535612"/>
          </a:xfrm>
          <a:prstGeom prst="ellipse">
            <a:avLst/>
          </a:prstGeom>
          <a:noFill/>
          <a:ln w="34925">
            <a:solidFill>
              <a:schemeClr val="accent6">
                <a:lumMod val="75000"/>
                <a:alpha val="67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{5}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sp>
        <p:nvSpPr>
          <p:cNvPr id="270" name="椭圆 269">
            <a:extLst>
              <a:ext uri="{FF2B5EF4-FFF2-40B4-BE49-F238E27FC236}">
                <a16:creationId xmlns:a16="http://schemas.microsoft.com/office/drawing/2014/main" id="{8857A197-5A62-4F36-B90B-3D579C1EBD91}"/>
              </a:ext>
            </a:extLst>
          </p:cNvPr>
          <p:cNvSpPr/>
          <p:nvPr/>
        </p:nvSpPr>
        <p:spPr>
          <a:xfrm>
            <a:off x="10775230" y="1620424"/>
            <a:ext cx="507999" cy="535612"/>
          </a:xfrm>
          <a:prstGeom prst="ellipse">
            <a:avLst/>
          </a:prstGeom>
          <a:noFill/>
          <a:ln w="34925">
            <a:solidFill>
              <a:schemeClr val="accent6">
                <a:lumMod val="75000"/>
                <a:alpha val="67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Euclid" panose="02020503060505020303" pitchFamily="18" charset="0"/>
              </a:rPr>
              <a:t>{6}</a:t>
            </a:r>
            <a:endParaRPr lang="zh-CN" altLang="en-US" sz="1200" dirty="0">
              <a:solidFill>
                <a:schemeClr val="tx1"/>
              </a:solidFill>
              <a:latin typeface="Euclid" panose="02020503060505020303" pitchFamily="18" charset="0"/>
            </a:endParaRPr>
          </a:p>
        </p:txBody>
      </p:sp>
      <p:grpSp>
        <p:nvGrpSpPr>
          <p:cNvPr id="274" name="组合 273">
            <a:extLst>
              <a:ext uri="{FF2B5EF4-FFF2-40B4-BE49-F238E27FC236}">
                <a16:creationId xmlns:a16="http://schemas.microsoft.com/office/drawing/2014/main" id="{4A555CBD-BC55-4DD1-AA9D-D2838F47DC23}"/>
              </a:ext>
            </a:extLst>
          </p:cNvPr>
          <p:cNvGrpSpPr/>
          <p:nvPr/>
        </p:nvGrpSpPr>
        <p:grpSpPr>
          <a:xfrm rot="19866790">
            <a:off x="7732208" y="2468830"/>
            <a:ext cx="2315477" cy="276999"/>
            <a:chOff x="2558058" y="3244110"/>
            <a:chExt cx="2671414" cy="276999"/>
          </a:xfrm>
        </p:grpSpPr>
        <p:cxnSp>
          <p:nvCxnSpPr>
            <p:cNvPr id="275" name="直接箭头连接符 274">
              <a:extLst>
                <a:ext uri="{FF2B5EF4-FFF2-40B4-BE49-F238E27FC236}">
                  <a16:creationId xmlns:a16="http://schemas.microsoft.com/office/drawing/2014/main" id="{0DA15539-0B68-4138-909D-0365E09A1E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58058" y="3366943"/>
              <a:ext cx="2671414" cy="281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文本框 275">
              <a:extLst>
                <a:ext uri="{FF2B5EF4-FFF2-40B4-BE49-F238E27FC236}">
                  <a16:creationId xmlns:a16="http://schemas.microsoft.com/office/drawing/2014/main" id="{DAE9D40D-58E9-4C15-A194-764290B3B74E}"/>
                </a:ext>
              </a:extLst>
            </p:cNvPr>
            <p:cNvSpPr txBox="1"/>
            <p:nvPr/>
          </p:nvSpPr>
          <p:spPr>
            <a:xfrm>
              <a:off x="3371576" y="3244110"/>
              <a:ext cx="1419933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kern="12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o</a:t>
              </a:r>
              <a:r>
                <a:rPr lang="en-US" altLang="zh-CN" sz="1200" kern="1200" baseline="-250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sz="1200" dirty="0">
                  <a:solidFill>
                    <a:schemeClr val="tx1"/>
                  </a:solidFill>
                  <a:latin typeface="Euclid" panose="02020503060505020303" pitchFamily="18" charset="0"/>
                </a:rPr>
                <a:t>,[6,10)</a:t>
              </a:r>
              <a:endParaRPr lang="zh-CN" altLang="en-US" sz="1200" dirty="0"/>
            </a:p>
          </p:txBody>
        </p:sp>
      </p:grpSp>
      <p:grpSp>
        <p:nvGrpSpPr>
          <p:cNvPr id="277" name="组合 276">
            <a:extLst>
              <a:ext uri="{FF2B5EF4-FFF2-40B4-BE49-F238E27FC236}">
                <a16:creationId xmlns:a16="http://schemas.microsoft.com/office/drawing/2014/main" id="{0A3CF359-D032-4455-BA21-700C0AD74E09}"/>
              </a:ext>
            </a:extLst>
          </p:cNvPr>
          <p:cNvGrpSpPr/>
          <p:nvPr/>
        </p:nvGrpSpPr>
        <p:grpSpPr>
          <a:xfrm rot="20569554">
            <a:off x="7853075" y="2557908"/>
            <a:ext cx="3243212" cy="276999"/>
            <a:chOff x="2558058" y="3244110"/>
            <a:chExt cx="2671414" cy="276999"/>
          </a:xfrm>
        </p:grpSpPr>
        <p:cxnSp>
          <p:nvCxnSpPr>
            <p:cNvPr id="278" name="直接箭头连接符 277">
              <a:extLst>
                <a:ext uri="{FF2B5EF4-FFF2-40B4-BE49-F238E27FC236}">
                  <a16:creationId xmlns:a16="http://schemas.microsoft.com/office/drawing/2014/main" id="{B2D4D758-E713-40AA-A235-CAB53604C5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58058" y="3366943"/>
              <a:ext cx="2671414" cy="281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文本框 278">
              <a:extLst>
                <a:ext uri="{FF2B5EF4-FFF2-40B4-BE49-F238E27FC236}">
                  <a16:creationId xmlns:a16="http://schemas.microsoft.com/office/drawing/2014/main" id="{C7C6A44C-C88F-4D82-AC55-4A11E21C5D42}"/>
                </a:ext>
              </a:extLst>
            </p:cNvPr>
            <p:cNvSpPr txBox="1"/>
            <p:nvPr/>
          </p:nvSpPr>
          <p:spPr>
            <a:xfrm>
              <a:off x="3371576" y="3244110"/>
              <a:ext cx="1419933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kern="12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o</a:t>
              </a:r>
              <a:r>
                <a:rPr lang="en-US" altLang="zh-CN" sz="1200" kern="1200" baseline="-25000" dirty="0">
                  <a:solidFill>
                    <a:srgbClr val="000000"/>
                  </a:solidFill>
                  <a:effectLst/>
                  <a:latin typeface="Euclid" panose="02020503060505020303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sz="1200" dirty="0">
                  <a:solidFill>
                    <a:schemeClr val="tx1"/>
                  </a:solidFill>
                  <a:latin typeface="Euclid" panose="02020503060505020303" pitchFamily="18" charset="0"/>
                </a:rPr>
                <a:t>,[3,12)</a:t>
              </a:r>
              <a:endParaRPr lang="zh-CN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45552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1E696B5E-712F-4F53-8F50-55011E877124}"/>
              </a:ext>
            </a:extLst>
          </p:cNvPr>
          <p:cNvGrpSpPr/>
          <p:nvPr/>
        </p:nvGrpSpPr>
        <p:grpSpPr>
          <a:xfrm>
            <a:off x="531142" y="820466"/>
            <a:ext cx="3726627" cy="4992255"/>
            <a:chOff x="531142" y="820466"/>
            <a:chExt cx="6040582" cy="499225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C427C41-D889-4825-81C1-00E9EA073607}"/>
                </a:ext>
              </a:extLst>
            </p:cNvPr>
            <p:cNvSpPr/>
            <p:nvPr/>
          </p:nvSpPr>
          <p:spPr>
            <a:xfrm>
              <a:off x="531142" y="820466"/>
              <a:ext cx="6040582" cy="4992255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AC48259B-274D-433A-B112-2833EF9A0469}"/>
                </a:ext>
              </a:extLst>
            </p:cNvPr>
            <p:cNvCxnSpPr>
              <a:cxnSpLocks/>
              <a:endCxn id="5" idx="2"/>
            </p:cNvCxnSpPr>
            <p:nvPr/>
          </p:nvCxnSpPr>
          <p:spPr>
            <a:xfrm flipH="1">
              <a:off x="3551433" y="1893455"/>
              <a:ext cx="3020291" cy="3919266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9A03D9AA-268E-4124-9794-206DE6C389F3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 flipH="1">
              <a:off x="531142" y="1893455"/>
              <a:ext cx="6040582" cy="1423139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75048DCC-40B6-4F5F-A082-0B47ACC8126B}"/>
                </a:ext>
              </a:extLst>
            </p:cNvPr>
            <p:cNvCxnSpPr>
              <a:cxnSpLocks/>
            </p:cNvCxnSpPr>
            <p:nvPr/>
          </p:nvCxnSpPr>
          <p:spPr>
            <a:xfrm>
              <a:off x="531142" y="820466"/>
              <a:ext cx="3020291" cy="1774952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12F21C47-585A-43E0-8B4B-28041BF43F30}"/>
                </a:ext>
              </a:extLst>
            </p:cNvPr>
            <p:cNvSpPr txBox="1"/>
            <p:nvPr/>
          </p:nvSpPr>
          <p:spPr>
            <a:xfrm>
              <a:off x="1033345" y="1820591"/>
              <a:ext cx="4154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latin typeface="Euclid" panose="02020503060505020303" pitchFamily="18" charset="0"/>
                </a:rPr>
                <a:t>1</a:t>
              </a:r>
              <a:endParaRPr lang="zh-CN" altLang="en-US" sz="3600" dirty="0">
                <a:latin typeface="Euclid" panose="02020503060505020303" pitchFamily="18" charset="0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353F2F26-227C-466D-B4A0-8A7CCCA3777C}"/>
                </a:ext>
              </a:extLst>
            </p:cNvPr>
            <p:cNvSpPr txBox="1"/>
            <p:nvPr/>
          </p:nvSpPr>
          <p:spPr>
            <a:xfrm>
              <a:off x="4187230" y="1174260"/>
              <a:ext cx="4154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latin typeface="Euclid" panose="02020503060505020303" pitchFamily="18" charset="0"/>
                </a:rPr>
                <a:t>3</a:t>
              </a:r>
              <a:endParaRPr lang="zh-CN" altLang="en-US" sz="3600" dirty="0">
                <a:latin typeface="Euclid" panose="02020503060505020303" pitchFamily="18" charset="0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8C57138B-4B8A-4588-92C2-04BD18DCF6B2}"/>
                </a:ext>
              </a:extLst>
            </p:cNvPr>
            <p:cNvSpPr txBox="1"/>
            <p:nvPr/>
          </p:nvSpPr>
          <p:spPr>
            <a:xfrm>
              <a:off x="2898045" y="3897992"/>
              <a:ext cx="4154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latin typeface="Euclid" panose="02020503060505020303" pitchFamily="18" charset="0"/>
                </a:rPr>
                <a:t>2</a:t>
              </a:r>
              <a:endParaRPr lang="zh-CN" altLang="en-US" sz="3600" dirty="0">
                <a:latin typeface="Euclid" panose="02020503060505020303" pitchFamily="18" charset="0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3A1AA134-73F1-405A-A795-4B71506F230F}"/>
                </a:ext>
              </a:extLst>
            </p:cNvPr>
            <p:cNvSpPr txBox="1"/>
            <p:nvPr/>
          </p:nvSpPr>
          <p:spPr>
            <a:xfrm>
              <a:off x="5401652" y="4468139"/>
              <a:ext cx="4154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latin typeface="Euclid" panose="02020503060505020303" pitchFamily="18" charset="0"/>
                </a:rPr>
                <a:t>4</a:t>
              </a:r>
              <a:endParaRPr lang="zh-CN" altLang="en-US" sz="3600" dirty="0">
                <a:latin typeface="Euclid" panose="02020503060505020303" pitchFamily="18" charset="0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3B703854-2E7F-4438-A04C-B286C31C12E8}"/>
              </a:ext>
            </a:extLst>
          </p:cNvPr>
          <p:cNvGrpSpPr/>
          <p:nvPr/>
        </p:nvGrpSpPr>
        <p:grpSpPr>
          <a:xfrm>
            <a:off x="4650012" y="1161288"/>
            <a:ext cx="7075263" cy="4338393"/>
            <a:chOff x="4404531" y="272400"/>
            <a:chExt cx="9987499" cy="6124111"/>
          </a:xfrm>
        </p:grpSpPr>
        <p:sp>
          <p:nvSpPr>
            <p:cNvPr id="94" name="矩形: 圆角 93">
              <a:extLst>
                <a:ext uri="{FF2B5EF4-FFF2-40B4-BE49-F238E27FC236}">
                  <a16:creationId xmlns:a16="http://schemas.microsoft.com/office/drawing/2014/main" id="{10D986D7-744F-443C-BB4C-E9E1BFCD3C50}"/>
                </a:ext>
              </a:extLst>
            </p:cNvPr>
            <p:cNvSpPr/>
            <p:nvPr/>
          </p:nvSpPr>
          <p:spPr>
            <a:xfrm>
              <a:off x="4404531" y="2912737"/>
              <a:ext cx="1193628" cy="807454"/>
            </a:xfrm>
            <a:prstGeom prst="roundRect">
              <a:avLst/>
            </a:prstGeom>
            <a:noFill/>
            <a:ln w="53975" cmpd="dbl">
              <a:solidFill>
                <a:srgbClr val="FF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5000"/>
                </a:lnSpc>
              </a:pPr>
              <a:r>
                <a:rPr lang="en-US" altLang="zh-CN" sz="2400" dirty="0">
                  <a:solidFill>
                    <a:srgbClr val="FF0066"/>
                  </a:solidFill>
                  <a:latin typeface="Euclid" panose="02020503060505020303" pitchFamily="18" charset="0"/>
                  <a:ea typeface="TeX Gyre Bonum Math" panose="02000503000000000000" pitchFamily="50" charset="0"/>
                  <a:cs typeface="TeX Gyre Bonum Math" panose="02000503000000000000" pitchFamily="50" charset="0"/>
                </a:rPr>
                <a:t>1,1</a:t>
              </a:r>
              <a:endParaRPr lang="zh-CN" altLang="en-US" sz="2400" dirty="0">
                <a:solidFill>
                  <a:srgbClr val="FF0066"/>
                </a:solidFill>
                <a:latin typeface="Euclid" panose="02020503060505020303" pitchFamily="18" charset="0"/>
                <a:cs typeface="TeX Gyre Bonum Math" panose="02000503000000000000" pitchFamily="50" charset="0"/>
              </a:endParaRPr>
            </a:p>
          </p:txBody>
        </p:sp>
        <p:sp>
          <p:nvSpPr>
            <p:cNvPr id="95" name="矩形: 圆角 94">
              <a:extLst>
                <a:ext uri="{FF2B5EF4-FFF2-40B4-BE49-F238E27FC236}">
                  <a16:creationId xmlns:a16="http://schemas.microsoft.com/office/drawing/2014/main" id="{A85F78C0-56B0-4CA6-955E-AD617DD4313B}"/>
                </a:ext>
              </a:extLst>
            </p:cNvPr>
            <p:cNvSpPr/>
            <p:nvPr/>
          </p:nvSpPr>
          <p:spPr>
            <a:xfrm>
              <a:off x="6425360" y="2912737"/>
              <a:ext cx="1193628" cy="807454"/>
            </a:xfrm>
            <a:prstGeom prst="roundRect">
              <a:avLst/>
            </a:prstGeom>
            <a:noFill/>
            <a:ln w="53975" cmpd="dbl">
              <a:solidFill>
                <a:srgbClr val="FF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5000"/>
                </a:lnSpc>
              </a:pPr>
              <a:r>
                <a:rPr lang="en-US" altLang="zh-CN" sz="2400" dirty="0">
                  <a:solidFill>
                    <a:srgbClr val="FF0066"/>
                  </a:solidFill>
                  <a:latin typeface="Euclid" panose="02020503060505020303" pitchFamily="18" charset="0"/>
                  <a:ea typeface="TeX Gyre Bonum Math" panose="02000503000000000000" pitchFamily="50" charset="0"/>
                  <a:cs typeface="TeX Gyre Bonum Math" panose="02000503000000000000" pitchFamily="50" charset="0"/>
                </a:rPr>
                <a:t>2,2</a:t>
              </a:r>
              <a:endParaRPr lang="zh-CN" altLang="en-US" sz="2400" dirty="0">
                <a:solidFill>
                  <a:srgbClr val="FF0066"/>
                </a:solidFill>
                <a:latin typeface="Euclid" panose="02020503060505020303" pitchFamily="18" charset="0"/>
                <a:cs typeface="TeX Gyre Bonum Math" panose="02000503000000000000" pitchFamily="50" charset="0"/>
              </a:endParaRPr>
            </a:p>
          </p:txBody>
        </p:sp>
        <p:sp>
          <p:nvSpPr>
            <p:cNvPr id="96" name="矩形: 圆角 95">
              <a:extLst>
                <a:ext uri="{FF2B5EF4-FFF2-40B4-BE49-F238E27FC236}">
                  <a16:creationId xmlns:a16="http://schemas.microsoft.com/office/drawing/2014/main" id="{454319E5-22E8-46CC-96C6-4C2D41116011}"/>
                </a:ext>
              </a:extLst>
            </p:cNvPr>
            <p:cNvSpPr/>
            <p:nvPr/>
          </p:nvSpPr>
          <p:spPr>
            <a:xfrm>
              <a:off x="7215260" y="5078381"/>
              <a:ext cx="1965975" cy="83378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5000"/>
                </a:lnSpc>
              </a:pPr>
              <a:r>
                <a:rPr lang="en-US" altLang="zh-CN" sz="2400" dirty="0">
                  <a:solidFill>
                    <a:schemeClr val="tx1"/>
                  </a:solidFill>
                  <a:latin typeface="Euclid" panose="02020503060505020303" pitchFamily="18" charset="0"/>
                  <a:ea typeface="TeX Gyre Bonum Math" panose="02000503000000000000" pitchFamily="50" charset="0"/>
                  <a:cs typeface="TeX Gyre Bonum Math" panose="02000503000000000000" pitchFamily="50" charset="0"/>
                </a:rPr>
                <a:t>(2,3,1),4</a:t>
              </a:r>
              <a:endParaRPr lang="zh-CN" altLang="en-US" sz="2400" dirty="0">
                <a:solidFill>
                  <a:schemeClr val="tx1"/>
                </a:solidFill>
                <a:latin typeface="Euclid" panose="02020503060505020303" pitchFamily="18" charset="0"/>
                <a:cs typeface="TeX Gyre Bonum Math" panose="02000503000000000000" pitchFamily="50" charset="0"/>
              </a:endParaRPr>
            </a:p>
          </p:txBody>
        </p:sp>
        <p:sp>
          <p:nvSpPr>
            <p:cNvPr id="97" name="矩形: 圆角 96">
              <a:extLst>
                <a:ext uri="{FF2B5EF4-FFF2-40B4-BE49-F238E27FC236}">
                  <a16:creationId xmlns:a16="http://schemas.microsoft.com/office/drawing/2014/main" id="{5354E836-6D8E-4B1D-8E39-1B5D0E016336}"/>
                </a:ext>
              </a:extLst>
            </p:cNvPr>
            <p:cNvSpPr/>
            <p:nvPr/>
          </p:nvSpPr>
          <p:spPr>
            <a:xfrm>
              <a:off x="6425360" y="1554548"/>
              <a:ext cx="1193628" cy="80745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5000"/>
                </a:lnSpc>
              </a:pPr>
              <a:r>
                <a:rPr lang="en-US" altLang="zh-CN" sz="2400" dirty="0">
                  <a:solidFill>
                    <a:schemeClr val="tx1"/>
                  </a:solidFill>
                  <a:latin typeface="Euclid" panose="02020503060505020303" pitchFamily="18" charset="0"/>
                  <a:ea typeface="TeX Gyre Bonum Math" panose="02000503000000000000" pitchFamily="50" charset="0"/>
                  <a:cs typeface="TeX Gyre Bonum Math" panose="02000503000000000000" pitchFamily="50" charset="0"/>
                </a:rPr>
                <a:t>1,4</a:t>
              </a:r>
              <a:endParaRPr lang="zh-CN" altLang="en-US" sz="2400" dirty="0">
                <a:solidFill>
                  <a:schemeClr val="tx1"/>
                </a:solidFill>
                <a:latin typeface="Euclid" panose="02020503060505020303" pitchFamily="18" charset="0"/>
                <a:cs typeface="TeX Gyre Bonum Math" panose="02000503000000000000" pitchFamily="50" charset="0"/>
              </a:endParaRPr>
            </a:p>
          </p:txBody>
        </p:sp>
        <p:sp>
          <p:nvSpPr>
            <p:cNvPr id="98" name="矩形: 圆角 97">
              <a:extLst>
                <a:ext uri="{FF2B5EF4-FFF2-40B4-BE49-F238E27FC236}">
                  <a16:creationId xmlns:a16="http://schemas.microsoft.com/office/drawing/2014/main" id="{0400F606-807F-48B3-93FB-1E2AB8D3FD3D}"/>
                </a:ext>
              </a:extLst>
            </p:cNvPr>
            <p:cNvSpPr/>
            <p:nvPr/>
          </p:nvSpPr>
          <p:spPr>
            <a:xfrm>
              <a:off x="8315160" y="2915233"/>
              <a:ext cx="1965975" cy="83378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5000"/>
                </a:lnSpc>
              </a:pPr>
              <a:r>
                <a:rPr lang="en-US" altLang="zh-CN" sz="2400" dirty="0">
                  <a:solidFill>
                    <a:schemeClr val="tx1"/>
                  </a:solidFill>
                  <a:latin typeface="Euclid" panose="02020503060505020303" pitchFamily="18" charset="0"/>
                  <a:ea typeface="TeX Gyre Bonum Math" panose="02000503000000000000" pitchFamily="50" charset="0"/>
                  <a:cs typeface="TeX Gyre Bonum Math" panose="02000503000000000000" pitchFamily="50" charset="0"/>
                </a:rPr>
                <a:t>(2,3,1),1</a:t>
              </a:r>
              <a:endParaRPr lang="zh-CN" altLang="en-US" sz="2400" dirty="0">
                <a:solidFill>
                  <a:schemeClr val="tx1"/>
                </a:solidFill>
                <a:latin typeface="Euclid" panose="02020503060505020303" pitchFamily="18" charset="0"/>
                <a:cs typeface="TeX Gyre Bonum Math" panose="02000503000000000000" pitchFamily="50" charset="0"/>
              </a:endParaRPr>
            </a:p>
          </p:txBody>
        </p:sp>
        <p:sp>
          <p:nvSpPr>
            <p:cNvPr id="99" name="矩形: 圆角 98">
              <a:extLst>
                <a:ext uri="{FF2B5EF4-FFF2-40B4-BE49-F238E27FC236}">
                  <a16:creationId xmlns:a16="http://schemas.microsoft.com/office/drawing/2014/main" id="{6DD12C34-6FEA-4487-A4B0-14D78E1C7FAD}"/>
                </a:ext>
              </a:extLst>
            </p:cNvPr>
            <p:cNvSpPr/>
            <p:nvPr/>
          </p:nvSpPr>
          <p:spPr>
            <a:xfrm>
              <a:off x="10129117" y="5091547"/>
              <a:ext cx="1193628" cy="80745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5000"/>
                </a:lnSpc>
              </a:pPr>
              <a:r>
                <a:rPr lang="en-US" altLang="zh-CN" sz="2400" dirty="0">
                  <a:solidFill>
                    <a:schemeClr val="tx1"/>
                  </a:solidFill>
                  <a:latin typeface="Euclid" panose="02020503060505020303" pitchFamily="18" charset="0"/>
                  <a:ea typeface="TeX Gyre Bonum Math" panose="02000503000000000000" pitchFamily="50" charset="0"/>
                  <a:cs typeface="TeX Gyre Bonum Math" panose="02000503000000000000" pitchFamily="50" charset="0"/>
                </a:rPr>
                <a:t>3,2</a:t>
              </a:r>
              <a:endParaRPr lang="zh-CN" altLang="en-US" sz="2400" dirty="0">
                <a:solidFill>
                  <a:schemeClr val="tx1"/>
                </a:solidFill>
                <a:latin typeface="Euclid" panose="02020503060505020303" pitchFamily="18" charset="0"/>
                <a:cs typeface="TeX Gyre Bonum Math" panose="02000503000000000000" pitchFamily="50" charset="0"/>
              </a:endParaRPr>
            </a:p>
          </p:txBody>
        </p:sp>
        <p:sp>
          <p:nvSpPr>
            <p:cNvPr id="100" name="矩形: 圆角 99">
              <a:extLst>
                <a:ext uri="{FF2B5EF4-FFF2-40B4-BE49-F238E27FC236}">
                  <a16:creationId xmlns:a16="http://schemas.microsoft.com/office/drawing/2014/main" id="{68F9B307-042E-4AC7-911A-7B59AA60EA37}"/>
                </a:ext>
              </a:extLst>
            </p:cNvPr>
            <p:cNvSpPr/>
            <p:nvPr/>
          </p:nvSpPr>
          <p:spPr>
            <a:xfrm>
              <a:off x="4450609" y="1554547"/>
              <a:ext cx="1193628" cy="80745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5000"/>
                </a:lnSpc>
              </a:pPr>
              <a:r>
                <a:rPr lang="en-US" altLang="zh-CN" sz="2400" dirty="0">
                  <a:solidFill>
                    <a:schemeClr val="tx1"/>
                  </a:solidFill>
                  <a:latin typeface="Euclid" panose="02020503060505020303" pitchFamily="18" charset="0"/>
                  <a:ea typeface="TeX Gyre Bonum Math" panose="02000503000000000000" pitchFamily="50" charset="0"/>
                  <a:cs typeface="TeX Gyre Bonum Math" panose="02000503000000000000" pitchFamily="50" charset="0"/>
                </a:rPr>
                <a:t>1,2</a:t>
              </a:r>
              <a:endParaRPr lang="zh-CN" altLang="en-US" sz="2400" dirty="0">
                <a:solidFill>
                  <a:schemeClr val="tx1"/>
                </a:solidFill>
                <a:latin typeface="Euclid" panose="02020503060505020303" pitchFamily="18" charset="0"/>
                <a:cs typeface="TeX Gyre Bonum Math" panose="02000503000000000000" pitchFamily="50" charset="0"/>
              </a:endParaRPr>
            </a:p>
          </p:txBody>
        </p:sp>
        <p:sp>
          <p:nvSpPr>
            <p:cNvPr id="101" name="矩形: 圆角 100">
              <a:extLst>
                <a:ext uri="{FF2B5EF4-FFF2-40B4-BE49-F238E27FC236}">
                  <a16:creationId xmlns:a16="http://schemas.microsoft.com/office/drawing/2014/main" id="{FD5EAD3A-C2AB-471B-B32A-EA2CB75C7CEF}"/>
                </a:ext>
              </a:extLst>
            </p:cNvPr>
            <p:cNvSpPr/>
            <p:nvPr/>
          </p:nvSpPr>
          <p:spPr>
            <a:xfrm>
              <a:off x="8400111" y="1554547"/>
              <a:ext cx="1193628" cy="80745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5000"/>
                </a:lnSpc>
              </a:pPr>
              <a:r>
                <a:rPr lang="en-US" altLang="zh-CN" sz="2400" dirty="0">
                  <a:solidFill>
                    <a:schemeClr val="tx1"/>
                  </a:solidFill>
                  <a:latin typeface="Euclid" panose="02020503060505020303" pitchFamily="18" charset="0"/>
                  <a:ea typeface="TeX Gyre Bonum Math" panose="02000503000000000000" pitchFamily="50" charset="0"/>
                  <a:cs typeface="TeX Gyre Bonum Math" panose="02000503000000000000" pitchFamily="50" charset="0"/>
                </a:rPr>
                <a:t>2,4</a:t>
              </a:r>
              <a:endParaRPr lang="zh-CN" altLang="en-US" sz="2400" dirty="0">
                <a:solidFill>
                  <a:schemeClr val="tx1"/>
                </a:solidFill>
                <a:latin typeface="Euclid" panose="02020503060505020303" pitchFamily="18" charset="0"/>
                <a:cs typeface="TeX Gyre Bonum Math" panose="02000503000000000000" pitchFamily="50" charset="0"/>
              </a:endParaRPr>
            </a:p>
          </p:txBody>
        </p:sp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912305C0-D382-49F0-A210-A236958BB22B}"/>
                </a:ext>
              </a:extLst>
            </p:cNvPr>
            <p:cNvCxnSpPr>
              <a:cxnSpLocks/>
            </p:cNvCxnSpPr>
            <p:nvPr/>
          </p:nvCxnSpPr>
          <p:spPr>
            <a:xfrm>
              <a:off x="7017785" y="1075668"/>
              <a:ext cx="0" cy="478878"/>
            </a:xfrm>
            <a:prstGeom prst="straightConnector1">
              <a:avLst/>
            </a:prstGeom>
            <a:ln w="4445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箭头连接符 102">
              <a:extLst>
                <a:ext uri="{FF2B5EF4-FFF2-40B4-BE49-F238E27FC236}">
                  <a16:creationId xmlns:a16="http://schemas.microsoft.com/office/drawing/2014/main" id="{254E3B22-B640-4D25-A5FB-0EC2DB9D64CB}"/>
                </a:ext>
              </a:extLst>
            </p:cNvPr>
            <p:cNvCxnSpPr>
              <a:cxnSpLocks/>
              <a:stCxn id="100" idx="3"/>
              <a:endCxn id="97" idx="1"/>
            </p:cNvCxnSpPr>
            <p:nvPr/>
          </p:nvCxnSpPr>
          <p:spPr>
            <a:xfrm>
              <a:off x="5644237" y="1958274"/>
              <a:ext cx="781123" cy="1"/>
            </a:xfrm>
            <a:prstGeom prst="straightConnector1">
              <a:avLst/>
            </a:prstGeom>
            <a:ln w="444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3F523B7F-2983-4F47-B622-18A042CBF3D8}"/>
                </a:ext>
              </a:extLst>
            </p:cNvPr>
            <p:cNvCxnSpPr>
              <a:cxnSpLocks/>
              <a:stCxn id="97" idx="3"/>
              <a:endCxn id="101" idx="1"/>
            </p:cNvCxnSpPr>
            <p:nvPr/>
          </p:nvCxnSpPr>
          <p:spPr>
            <a:xfrm flipV="1">
              <a:off x="7618988" y="1958274"/>
              <a:ext cx="781123" cy="1"/>
            </a:xfrm>
            <a:prstGeom prst="straightConnector1">
              <a:avLst/>
            </a:prstGeom>
            <a:ln w="444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1560E82B-B081-44B4-9E3A-E942D1A0AD7C}"/>
                </a:ext>
              </a:extLst>
            </p:cNvPr>
            <p:cNvCxnSpPr>
              <a:cxnSpLocks/>
              <a:stCxn id="95" idx="0"/>
              <a:endCxn id="97" idx="2"/>
            </p:cNvCxnSpPr>
            <p:nvPr/>
          </p:nvCxnSpPr>
          <p:spPr>
            <a:xfrm flipV="1">
              <a:off x="7022174" y="2362002"/>
              <a:ext cx="0" cy="550735"/>
            </a:xfrm>
            <a:prstGeom prst="straightConnector1">
              <a:avLst/>
            </a:prstGeom>
            <a:ln w="444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02A0A39B-7B32-4BF1-B2A6-3640487E7CF5}"/>
                </a:ext>
              </a:extLst>
            </p:cNvPr>
            <p:cNvCxnSpPr>
              <a:cxnSpLocks/>
              <a:stCxn id="95" idx="1"/>
              <a:endCxn id="94" idx="3"/>
            </p:cNvCxnSpPr>
            <p:nvPr/>
          </p:nvCxnSpPr>
          <p:spPr>
            <a:xfrm flipH="1">
              <a:off x="5598159" y="3316464"/>
              <a:ext cx="827201" cy="0"/>
            </a:xfrm>
            <a:prstGeom prst="straightConnector1">
              <a:avLst/>
            </a:prstGeom>
            <a:ln w="444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36CAB292-8BB5-4271-B33F-A712544C3322}"/>
                </a:ext>
              </a:extLst>
            </p:cNvPr>
            <p:cNvCxnSpPr>
              <a:cxnSpLocks/>
              <a:stCxn id="98" idx="1"/>
              <a:endCxn id="95" idx="3"/>
            </p:cNvCxnSpPr>
            <p:nvPr/>
          </p:nvCxnSpPr>
          <p:spPr>
            <a:xfrm flipH="1" flipV="1">
              <a:off x="7618988" y="3316464"/>
              <a:ext cx="696172" cy="15663"/>
            </a:xfrm>
            <a:prstGeom prst="straightConnector1">
              <a:avLst/>
            </a:prstGeom>
            <a:ln w="444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6156951B-0C54-435C-8919-1DE11F1F6102}"/>
                </a:ext>
              </a:extLst>
            </p:cNvPr>
            <p:cNvCxnSpPr>
              <a:cxnSpLocks/>
              <a:stCxn id="96" idx="0"/>
              <a:endCxn id="95" idx="2"/>
            </p:cNvCxnSpPr>
            <p:nvPr/>
          </p:nvCxnSpPr>
          <p:spPr>
            <a:xfrm flipH="1" flipV="1">
              <a:off x="7022174" y="3720191"/>
              <a:ext cx="1176073" cy="1358191"/>
            </a:xfrm>
            <a:prstGeom prst="straightConnector1">
              <a:avLst/>
            </a:prstGeom>
            <a:ln w="444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B4D4FAF6-8A49-4A7B-AE7E-8E7357EF188F}"/>
                </a:ext>
              </a:extLst>
            </p:cNvPr>
            <p:cNvCxnSpPr>
              <a:cxnSpLocks/>
              <a:stCxn id="96" idx="3"/>
              <a:endCxn id="99" idx="1"/>
            </p:cNvCxnSpPr>
            <p:nvPr/>
          </p:nvCxnSpPr>
          <p:spPr>
            <a:xfrm flipV="1">
              <a:off x="9181235" y="5495274"/>
              <a:ext cx="947882" cy="1"/>
            </a:xfrm>
            <a:prstGeom prst="straightConnector1">
              <a:avLst/>
            </a:prstGeom>
            <a:ln w="444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D045A3AA-5E21-426F-BD7A-12802D69FB44}"/>
                </a:ext>
              </a:extLst>
            </p:cNvPr>
            <p:cNvCxnSpPr>
              <a:cxnSpLocks/>
              <a:stCxn id="99" idx="0"/>
              <a:endCxn id="98" idx="2"/>
            </p:cNvCxnSpPr>
            <p:nvPr/>
          </p:nvCxnSpPr>
          <p:spPr>
            <a:xfrm flipH="1" flipV="1">
              <a:off x="9298148" y="3749020"/>
              <a:ext cx="1427783" cy="1342527"/>
            </a:xfrm>
            <a:prstGeom prst="straightConnector1">
              <a:avLst/>
            </a:prstGeom>
            <a:ln w="444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646A2095-3DFF-4D85-BE40-17925E1D99A2}"/>
                </a:ext>
              </a:extLst>
            </p:cNvPr>
            <p:cNvSpPr txBox="1"/>
            <p:nvPr/>
          </p:nvSpPr>
          <p:spPr>
            <a:xfrm>
              <a:off x="5419074" y="3741253"/>
              <a:ext cx="1525588" cy="4779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Euclid" panose="02020503060505020303" pitchFamily="18" charset="0"/>
                </a:rPr>
                <a:t>(</a:t>
              </a:r>
              <a:r>
                <a:rPr lang="en-US" altLang="zh-CN" sz="1600" i="1" dirty="0">
                  <a:latin typeface="Euclid" panose="02020503060505020303" pitchFamily="18" charset="0"/>
                </a:rPr>
                <a:t>aa</a:t>
              </a:r>
              <a:r>
                <a:rPr lang="en-US" altLang="zh-CN" sz="1600" dirty="0">
                  <a:latin typeface="Euclid" panose="02020503060505020303" pitchFamily="18" charset="0"/>
                </a:rPr>
                <a:t>, [1,2))</a:t>
              </a:r>
              <a:endParaRPr lang="zh-CN" altLang="en-US" sz="1600" dirty="0">
                <a:latin typeface="Euclid" panose="02020503060505020303" pitchFamily="18" charset="0"/>
              </a:endParaRPr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6A217659-C977-4753-AC51-F77E9016C283}"/>
                </a:ext>
              </a:extLst>
            </p:cNvPr>
            <p:cNvSpPr txBox="1"/>
            <p:nvPr/>
          </p:nvSpPr>
          <p:spPr>
            <a:xfrm>
              <a:off x="7156855" y="2418024"/>
              <a:ext cx="1512012" cy="4779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Euclid" panose="02020503060505020303" pitchFamily="18" charset="0"/>
                </a:rPr>
                <a:t>(</a:t>
              </a:r>
              <a:r>
                <a:rPr lang="en-US" altLang="zh-CN" sz="1600" i="1" dirty="0">
                  <a:latin typeface="Euclid" panose="02020503060505020303" pitchFamily="18" charset="0"/>
                </a:rPr>
                <a:t>ab</a:t>
              </a:r>
              <a:r>
                <a:rPr lang="en-US" altLang="zh-CN" sz="1600" dirty="0">
                  <a:latin typeface="Euclid" panose="02020503060505020303" pitchFamily="18" charset="0"/>
                </a:rPr>
                <a:t>, [1,2))</a:t>
              </a:r>
              <a:endParaRPr lang="zh-CN" altLang="en-US" sz="1600" dirty="0">
                <a:latin typeface="Euclid" panose="02020503060505020303" pitchFamily="18" charset="0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A2BC274A-4F6D-4377-A666-6FDDF0C6068E}"/>
                </a:ext>
              </a:extLst>
            </p:cNvPr>
            <p:cNvSpPr txBox="1"/>
            <p:nvPr/>
          </p:nvSpPr>
          <p:spPr>
            <a:xfrm>
              <a:off x="5512217" y="1181683"/>
              <a:ext cx="1489384" cy="4779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solidFill>
                    <a:srgbClr val="00B0F0"/>
                  </a:solidFill>
                  <a:latin typeface="Euclid" panose="02020503060505020303" pitchFamily="18" charset="0"/>
                </a:rPr>
                <a:t>(</a:t>
              </a:r>
              <a:r>
                <a:rPr lang="el-GR" altLang="zh-CN" sz="1600" i="1" dirty="0">
                  <a:solidFill>
                    <a:srgbClr val="00B0F0"/>
                  </a:solidFill>
                  <a:latin typeface="Euclid" panose="02020503060505020303" pitchFamily="18" charset="0"/>
                </a:rPr>
                <a:t>ε</a:t>
              </a:r>
              <a:r>
                <a:rPr lang="en-US" altLang="zh-CN" sz="1600" i="1" dirty="0">
                  <a:solidFill>
                    <a:srgbClr val="00B0F0"/>
                  </a:solidFill>
                  <a:latin typeface="Euclid" panose="02020503060505020303" pitchFamily="18" charset="0"/>
                </a:rPr>
                <a:t>b</a:t>
              </a:r>
              <a:r>
                <a:rPr lang="en-US" altLang="zh-CN" sz="1600" dirty="0">
                  <a:solidFill>
                    <a:srgbClr val="00B0F0"/>
                  </a:solidFill>
                  <a:latin typeface="Euclid" panose="02020503060505020303" pitchFamily="18" charset="0"/>
                </a:rPr>
                <a:t>, [1,2))</a:t>
              </a:r>
              <a:endParaRPr lang="zh-CN" altLang="en-US" sz="1600" dirty="0">
                <a:solidFill>
                  <a:srgbClr val="00B0F0"/>
                </a:solidFill>
                <a:latin typeface="Euclid" panose="02020503060505020303" pitchFamily="18" charset="0"/>
              </a:endParaRPr>
            </a:p>
          </p:txBody>
        </p: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6C07B5EC-D4F0-4BEB-8B00-2EFC38CF8EBC}"/>
                </a:ext>
              </a:extLst>
            </p:cNvPr>
            <p:cNvSpPr txBox="1"/>
            <p:nvPr/>
          </p:nvSpPr>
          <p:spPr>
            <a:xfrm>
              <a:off x="7412736" y="1115857"/>
              <a:ext cx="1502960" cy="4779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Euclid" panose="02020503060505020303" pitchFamily="18" charset="0"/>
                </a:rPr>
                <a:t>(</a:t>
              </a:r>
              <a:r>
                <a:rPr lang="en-US" altLang="zh-CN" sz="1600" i="1" dirty="0">
                  <a:latin typeface="Euclid" panose="02020503060505020303" pitchFamily="18" charset="0"/>
                </a:rPr>
                <a:t>a</a:t>
              </a:r>
              <a:r>
                <a:rPr lang="el-GR" altLang="zh-CN" sz="1600" i="1" dirty="0">
                  <a:latin typeface="Euclid" panose="02020503060505020303" pitchFamily="18" charset="0"/>
                </a:rPr>
                <a:t>ε</a:t>
              </a:r>
              <a:r>
                <a:rPr lang="en-US" altLang="zh-CN" sz="1600" dirty="0">
                  <a:latin typeface="Euclid" panose="02020503060505020303" pitchFamily="18" charset="0"/>
                </a:rPr>
                <a:t>, [1,2))</a:t>
              </a:r>
              <a:endParaRPr lang="zh-CN" altLang="en-US" sz="1600" dirty="0">
                <a:latin typeface="Euclid" panose="02020503060505020303" pitchFamily="18" charset="0"/>
              </a:endParaRPr>
            </a:p>
          </p:txBody>
        </p:sp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48731C0B-811A-4FF7-B05D-137655E48A8F}"/>
                </a:ext>
              </a:extLst>
            </p:cNvPr>
            <p:cNvSpPr txBox="1"/>
            <p:nvPr/>
          </p:nvSpPr>
          <p:spPr>
            <a:xfrm>
              <a:off x="6425360" y="4517848"/>
              <a:ext cx="1498435" cy="4779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Euclid" panose="02020503060505020303" pitchFamily="18" charset="0"/>
                </a:rPr>
                <a:t>(</a:t>
              </a:r>
              <a:r>
                <a:rPr lang="en-US" altLang="zh-CN" sz="1600" i="1" dirty="0" err="1">
                  <a:latin typeface="Euclid" panose="02020503060505020303" pitchFamily="18" charset="0"/>
                </a:rPr>
                <a:t>cb</a:t>
              </a:r>
              <a:r>
                <a:rPr lang="en-US" altLang="zh-CN" sz="1600" dirty="0">
                  <a:latin typeface="Euclid" panose="02020503060505020303" pitchFamily="18" charset="0"/>
                </a:rPr>
                <a:t>, [1,3))</a:t>
              </a:r>
              <a:endParaRPr lang="zh-CN" altLang="en-US" sz="1600" dirty="0">
                <a:latin typeface="Euclid" panose="02020503060505020303" pitchFamily="18" charset="0"/>
              </a:endParaRPr>
            </a:p>
          </p:txBody>
        </p:sp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CBB507E0-A363-4F45-8A75-233C48968B79}"/>
                </a:ext>
              </a:extLst>
            </p:cNvPr>
            <p:cNvSpPr txBox="1"/>
            <p:nvPr/>
          </p:nvSpPr>
          <p:spPr>
            <a:xfrm>
              <a:off x="8478808" y="4385755"/>
              <a:ext cx="1497257" cy="4779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Euclid" panose="02020503060505020303" pitchFamily="18" charset="0"/>
                </a:rPr>
                <a:t>(</a:t>
              </a:r>
              <a:r>
                <a:rPr lang="en-US" altLang="zh-CN" sz="1600" i="1" dirty="0">
                  <a:latin typeface="Euclid" panose="02020503060505020303" pitchFamily="18" charset="0"/>
                </a:rPr>
                <a:t>ca</a:t>
              </a:r>
              <a:r>
                <a:rPr lang="en-US" altLang="zh-CN" sz="1600" dirty="0">
                  <a:latin typeface="Euclid" panose="02020503060505020303" pitchFamily="18" charset="0"/>
                </a:rPr>
                <a:t>, [1,3))</a:t>
              </a:r>
              <a:endParaRPr lang="zh-CN" altLang="en-US" sz="1600" dirty="0">
                <a:latin typeface="Euclid" panose="02020503060505020303" pitchFamily="18" charset="0"/>
              </a:endParaRPr>
            </a:p>
          </p:txBody>
        </p:sp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639F09A5-8FD0-48CF-9846-AD25162C3BED}"/>
                </a:ext>
              </a:extLst>
            </p:cNvPr>
            <p:cNvSpPr txBox="1"/>
            <p:nvPr/>
          </p:nvSpPr>
          <p:spPr>
            <a:xfrm>
              <a:off x="8996924" y="5918605"/>
              <a:ext cx="1498435" cy="4779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Euclid" panose="02020503060505020303" pitchFamily="18" charset="0"/>
                </a:rPr>
                <a:t>(</a:t>
              </a:r>
              <a:r>
                <a:rPr lang="en-US" altLang="zh-CN" sz="1600" i="1" dirty="0" err="1">
                  <a:latin typeface="Euclid" panose="02020503060505020303" pitchFamily="18" charset="0"/>
                </a:rPr>
                <a:t>cb</a:t>
              </a:r>
              <a:r>
                <a:rPr lang="en-US" altLang="zh-CN" sz="1600" dirty="0">
                  <a:latin typeface="Euclid" panose="02020503060505020303" pitchFamily="18" charset="0"/>
                </a:rPr>
                <a:t>, [1,3))</a:t>
              </a:r>
              <a:endParaRPr lang="zh-CN" altLang="en-US" sz="1600" dirty="0">
                <a:latin typeface="Euclid" panose="02020503060505020303" pitchFamily="18" charset="0"/>
              </a:endParaRPr>
            </a:p>
          </p:txBody>
        </p:sp>
        <p:sp>
          <p:nvSpPr>
            <p:cNvPr id="118" name="矩形: 圆角 117">
              <a:extLst>
                <a:ext uri="{FF2B5EF4-FFF2-40B4-BE49-F238E27FC236}">
                  <a16:creationId xmlns:a16="http://schemas.microsoft.com/office/drawing/2014/main" id="{29DAE4A8-16FF-4360-856F-5766DB7F2549}"/>
                </a:ext>
              </a:extLst>
            </p:cNvPr>
            <p:cNvSpPr/>
            <p:nvPr/>
          </p:nvSpPr>
          <p:spPr>
            <a:xfrm>
              <a:off x="9742944" y="347896"/>
              <a:ext cx="1965975" cy="83378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5000"/>
                </a:lnSpc>
              </a:pPr>
              <a:r>
                <a:rPr lang="en-US" altLang="zh-CN" sz="2400" dirty="0">
                  <a:solidFill>
                    <a:schemeClr val="tx1"/>
                  </a:solidFill>
                  <a:latin typeface="Euclid" panose="02020503060505020303" pitchFamily="18" charset="0"/>
                  <a:ea typeface="TeX Gyre Bonum Math" panose="02000503000000000000" pitchFamily="50" charset="0"/>
                  <a:cs typeface="TeX Gyre Bonum Math" panose="02000503000000000000" pitchFamily="50" charset="0"/>
                </a:rPr>
                <a:t>(2,3,1),2</a:t>
              </a:r>
              <a:endParaRPr lang="zh-CN" altLang="en-US" sz="2400" dirty="0">
                <a:solidFill>
                  <a:schemeClr val="tx1"/>
                </a:solidFill>
                <a:latin typeface="Euclid" panose="02020503060505020303" pitchFamily="18" charset="0"/>
                <a:cs typeface="TeX Gyre Bonum Math" panose="02000503000000000000" pitchFamily="50" charset="0"/>
              </a:endParaRPr>
            </a:p>
          </p:txBody>
        </p:sp>
        <p:sp>
          <p:nvSpPr>
            <p:cNvPr id="119" name="矩形: 圆角 118">
              <a:extLst>
                <a:ext uri="{FF2B5EF4-FFF2-40B4-BE49-F238E27FC236}">
                  <a16:creationId xmlns:a16="http://schemas.microsoft.com/office/drawing/2014/main" id="{68B8E909-C33C-4EFD-A4E2-CBC4396954B6}"/>
                </a:ext>
              </a:extLst>
            </p:cNvPr>
            <p:cNvSpPr/>
            <p:nvPr/>
          </p:nvSpPr>
          <p:spPr>
            <a:xfrm>
              <a:off x="10131932" y="1794766"/>
              <a:ext cx="1193628" cy="80745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5000"/>
                </a:lnSpc>
              </a:pPr>
              <a:r>
                <a:rPr lang="en-US" altLang="zh-CN" sz="2400" dirty="0">
                  <a:solidFill>
                    <a:schemeClr val="tx1"/>
                  </a:solidFill>
                  <a:latin typeface="Euclid" panose="02020503060505020303" pitchFamily="18" charset="0"/>
                  <a:ea typeface="TeX Gyre Bonum Math" panose="02000503000000000000" pitchFamily="50" charset="0"/>
                  <a:cs typeface="TeX Gyre Bonum Math" panose="02000503000000000000" pitchFamily="50" charset="0"/>
                </a:rPr>
                <a:t>3,1</a:t>
              </a:r>
              <a:endParaRPr lang="zh-CN" altLang="en-US" sz="2400" dirty="0">
                <a:solidFill>
                  <a:schemeClr val="tx1"/>
                </a:solidFill>
                <a:latin typeface="Euclid" panose="02020503060505020303" pitchFamily="18" charset="0"/>
                <a:cs typeface="TeX Gyre Bonum Math" panose="02000503000000000000" pitchFamily="50" charset="0"/>
              </a:endParaRPr>
            </a:p>
          </p:txBody>
        </p:sp>
        <p:sp>
          <p:nvSpPr>
            <p:cNvPr id="120" name="矩形: 圆角 119">
              <a:extLst>
                <a:ext uri="{FF2B5EF4-FFF2-40B4-BE49-F238E27FC236}">
                  <a16:creationId xmlns:a16="http://schemas.microsoft.com/office/drawing/2014/main" id="{6BAC133B-2345-4FC8-A243-90480BBB63F5}"/>
                </a:ext>
              </a:extLst>
            </p:cNvPr>
            <p:cNvSpPr/>
            <p:nvPr/>
          </p:nvSpPr>
          <p:spPr>
            <a:xfrm>
              <a:off x="11708919" y="1794766"/>
              <a:ext cx="1193628" cy="80745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5000"/>
                </a:lnSpc>
              </a:pPr>
              <a:r>
                <a:rPr lang="en-US" altLang="zh-CN" sz="2400" dirty="0">
                  <a:solidFill>
                    <a:schemeClr val="tx1"/>
                  </a:solidFill>
                  <a:latin typeface="Euclid" panose="02020503060505020303" pitchFamily="18" charset="0"/>
                  <a:ea typeface="TeX Gyre Bonum Math" panose="02000503000000000000" pitchFamily="50" charset="0"/>
                  <a:cs typeface="TeX Gyre Bonum Math" panose="02000503000000000000" pitchFamily="50" charset="0"/>
                </a:rPr>
                <a:t>3,4</a:t>
              </a:r>
              <a:endParaRPr lang="zh-CN" altLang="en-US" sz="2400" dirty="0">
                <a:solidFill>
                  <a:schemeClr val="tx1"/>
                </a:solidFill>
                <a:latin typeface="Euclid" panose="02020503060505020303" pitchFamily="18" charset="0"/>
                <a:cs typeface="TeX Gyre Bonum Math" panose="02000503000000000000" pitchFamily="50" charset="0"/>
              </a:endParaRPr>
            </a:p>
          </p:txBody>
        </p: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717E12DA-54FF-4D70-9EE7-E9AFD351CC23}"/>
                </a:ext>
              </a:extLst>
            </p:cNvPr>
            <p:cNvCxnSpPr>
              <a:cxnSpLocks/>
              <a:stCxn id="101" idx="0"/>
              <a:endCxn id="118" idx="1"/>
            </p:cNvCxnSpPr>
            <p:nvPr/>
          </p:nvCxnSpPr>
          <p:spPr>
            <a:xfrm flipV="1">
              <a:off x="8996925" y="764790"/>
              <a:ext cx="746019" cy="789757"/>
            </a:xfrm>
            <a:prstGeom prst="straightConnector1">
              <a:avLst/>
            </a:prstGeom>
            <a:ln w="444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EE2BDB09-8676-4394-8E54-CD9948FAA4B4}"/>
                </a:ext>
              </a:extLst>
            </p:cNvPr>
            <p:cNvCxnSpPr>
              <a:cxnSpLocks/>
              <a:stCxn id="119" idx="0"/>
              <a:endCxn id="118" idx="2"/>
            </p:cNvCxnSpPr>
            <p:nvPr/>
          </p:nvCxnSpPr>
          <p:spPr>
            <a:xfrm flipH="1" flipV="1">
              <a:off x="10725932" y="1181683"/>
              <a:ext cx="2814" cy="613083"/>
            </a:xfrm>
            <a:prstGeom prst="straightConnector1">
              <a:avLst/>
            </a:prstGeom>
            <a:ln w="444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A1F15088-AAD3-4652-B60E-842527EC1974}"/>
                </a:ext>
              </a:extLst>
            </p:cNvPr>
            <p:cNvCxnSpPr>
              <a:cxnSpLocks/>
              <a:stCxn id="120" idx="0"/>
              <a:endCxn id="118" idx="3"/>
            </p:cNvCxnSpPr>
            <p:nvPr/>
          </p:nvCxnSpPr>
          <p:spPr>
            <a:xfrm flipH="1" flipV="1">
              <a:off x="11708919" y="764790"/>
              <a:ext cx="596814" cy="1029976"/>
            </a:xfrm>
            <a:prstGeom prst="straightConnector1">
              <a:avLst/>
            </a:prstGeom>
            <a:ln w="444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连接符: 肘形 123">
              <a:extLst>
                <a:ext uri="{FF2B5EF4-FFF2-40B4-BE49-F238E27FC236}">
                  <a16:creationId xmlns:a16="http://schemas.microsoft.com/office/drawing/2014/main" id="{45FA681E-1352-4173-9D9F-BA8820158577}"/>
                </a:ext>
              </a:extLst>
            </p:cNvPr>
            <p:cNvCxnSpPr>
              <a:stCxn id="99" idx="3"/>
              <a:endCxn id="120" idx="2"/>
            </p:cNvCxnSpPr>
            <p:nvPr/>
          </p:nvCxnSpPr>
          <p:spPr>
            <a:xfrm flipV="1">
              <a:off x="11322745" y="2602220"/>
              <a:ext cx="982988" cy="2893054"/>
            </a:xfrm>
            <a:prstGeom prst="bentConnector2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箭头连接符 124">
              <a:extLst>
                <a:ext uri="{FF2B5EF4-FFF2-40B4-BE49-F238E27FC236}">
                  <a16:creationId xmlns:a16="http://schemas.microsoft.com/office/drawing/2014/main" id="{07CB4808-786C-406F-B4AA-DF4097D8765F}"/>
                </a:ext>
              </a:extLst>
            </p:cNvPr>
            <p:cNvCxnSpPr>
              <a:cxnSpLocks/>
              <a:stCxn id="99" idx="0"/>
              <a:endCxn id="119" idx="2"/>
            </p:cNvCxnSpPr>
            <p:nvPr/>
          </p:nvCxnSpPr>
          <p:spPr>
            <a:xfrm flipV="1">
              <a:off x="10725931" y="2602220"/>
              <a:ext cx="2815" cy="2489327"/>
            </a:xfrm>
            <a:prstGeom prst="straightConnector1">
              <a:avLst/>
            </a:prstGeom>
            <a:ln w="444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98BF9682-C430-47F0-9EA5-613215CA6D78}"/>
                </a:ext>
              </a:extLst>
            </p:cNvPr>
            <p:cNvSpPr txBox="1"/>
            <p:nvPr/>
          </p:nvSpPr>
          <p:spPr>
            <a:xfrm>
              <a:off x="10725931" y="3487206"/>
              <a:ext cx="1502960" cy="4779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solidFill>
                    <a:srgbClr val="00B0F0"/>
                  </a:solidFill>
                  <a:latin typeface="Euclid" panose="02020503060505020303" pitchFamily="18" charset="0"/>
                </a:rPr>
                <a:t>(</a:t>
              </a:r>
              <a:r>
                <a:rPr lang="el-GR" altLang="zh-CN" sz="1600" i="1" dirty="0">
                  <a:solidFill>
                    <a:srgbClr val="00B0F0"/>
                  </a:solidFill>
                  <a:latin typeface="Euclid" panose="02020503060505020303" pitchFamily="18" charset="0"/>
                </a:rPr>
                <a:t>ε</a:t>
              </a:r>
              <a:r>
                <a:rPr lang="en-US" altLang="zh-CN" sz="1600" i="1" dirty="0">
                  <a:solidFill>
                    <a:srgbClr val="00B0F0"/>
                  </a:solidFill>
                  <a:latin typeface="Euclid" panose="02020503060505020303" pitchFamily="18" charset="0"/>
                </a:rPr>
                <a:t>a</a:t>
              </a:r>
              <a:r>
                <a:rPr lang="en-US" altLang="zh-CN" sz="1600" dirty="0">
                  <a:solidFill>
                    <a:srgbClr val="00B0F0"/>
                  </a:solidFill>
                  <a:latin typeface="Euclid" panose="02020503060505020303" pitchFamily="18" charset="0"/>
                </a:rPr>
                <a:t>, [1,2))</a:t>
              </a:r>
              <a:endParaRPr lang="zh-CN" altLang="en-US" sz="1600" dirty="0">
                <a:solidFill>
                  <a:srgbClr val="00B0F0"/>
                </a:solidFill>
                <a:latin typeface="Euclid" panose="02020503060505020303" pitchFamily="18" charset="0"/>
              </a:endParaRPr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694F1E5A-A9F2-40E9-909A-D405E0DC163F}"/>
                </a:ext>
              </a:extLst>
            </p:cNvPr>
            <p:cNvSpPr txBox="1"/>
            <p:nvPr/>
          </p:nvSpPr>
          <p:spPr>
            <a:xfrm>
              <a:off x="12402517" y="3487205"/>
              <a:ext cx="1489384" cy="4779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solidFill>
                    <a:srgbClr val="00B0F0"/>
                  </a:solidFill>
                  <a:latin typeface="Euclid" panose="02020503060505020303" pitchFamily="18" charset="0"/>
                </a:rPr>
                <a:t>(</a:t>
              </a:r>
              <a:r>
                <a:rPr lang="el-GR" altLang="zh-CN" sz="1600" i="1" dirty="0">
                  <a:solidFill>
                    <a:srgbClr val="00B0F0"/>
                  </a:solidFill>
                  <a:latin typeface="Euclid" panose="02020503060505020303" pitchFamily="18" charset="0"/>
                </a:rPr>
                <a:t>ε</a:t>
              </a:r>
              <a:r>
                <a:rPr lang="en-US" altLang="zh-CN" sz="1600" i="1" dirty="0">
                  <a:solidFill>
                    <a:srgbClr val="00B0F0"/>
                  </a:solidFill>
                  <a:latin typeface="Euclid" panose="02020503060505020303" pitchFamily="18" charset="0"/>
                </a:rPr>
                <a:t>b</a:t>
              </a:r>
              <a:r>
                <a:rPr lang="en-US" altLang="zh-CN" sz="1600" dirty="0">
                  <a:solidFill>
                    <a:srgbClr val="00B0F0"/>
                  </a:solidFill>
                  <a:latin typeface="Euclid" panose="02020503060505020303" pitchFamily="18" charset="0"/>
                </a:rPr>
                <a:t>, [1,2))</a:t>
              </a:r>
              <a:endParaRPr lang="zh-CN" altLang="en-US" sz="1600" dirty="0">
                <a:solidFill>
                  <a:srgbClr val="00B0F0"/>
                </a:solidFill>
                <a:latin typeface="Euclid" panose="02020503060505020303" pitchFamily="18" charset="0"/>
              </a:endParaRPr>
            </a:p>
          </p:txBody>
        </p: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4B45D58D-2FA6-48B6-9E82-B5C01FC8AB23}"/>
                </a:ext>
              </a:extLst>
            </p:cNvPr>
            <p:cNvSpPr txBox="1"/>
            <p:nvPr/>
          </p:nvSpPr>
          <p:spPr>
            <a:xfrm>
              <a:off x="8247644" y="358802"/>
              <a:ext cx="1498435" cy="4779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Euclid" panose="02020503060505020303" pitchFamily="18" charset="0"/>
                </a:rPr>
                <a:t>(</a:t>
              </a:r>
              <a:r>
                <a:rPr lang="en-US" altLang="zh-CN" sz="1600" i="1" dirty="0" err="1">
                  <a:latin typeface="Euclid" panose="02020503060505020303" pitchFamily="18" charset="0"/>
                </a:rPr>
                <a:t>cb</a:t>
              </a:r>
              <a:r>
                <a:rPr lang="en-US" altLang="zh-CN" sz="1600" dirty="0">
                  <a:latin typeface="Euclid" panose="02020503060505020303" pitchFamily="18" charset="0"/>
                </a:rPr>
                <a:t>, [1,3))</a:t>
              </a:r>
              <a:endParaRPr lang="zh-CN" altLang="en-US" sz="1600" dirty="0">
                <a:latin typeface="Euclid" panose="02020503060505020303" pitchFamily="18" charset="0"/>
              </a:endParaRPr>
            </a:p>
          </p:txBody>
        </p:sp>
        <p:sp>
          <p:nvSpPr>
            <p:cNvPr id="129" name="矩形: 圆角 128">
              <a:extLst>
                <a:ext uri="{FF2B5EF4-FFF2-40B4-BE49-F238E27FC236}">
                  <a16:creationId xmlns:a16="http://schemas.microsoft.com/office/drawing/2014/main" id="{36F70F3D-C06A-4877-A517-9FE7F5C999AA}"/>
                </a:ext>
              </a:extLst>
            </p:cNvPr>
            <p:cNvSpPr/>
            <p:nvPr/>
          </p:nvSpPr>
          <p:spPr>
            <a:xfrm>
              <a:off x="13198402" y="358801"/>
              <a:ext cx="1193628" cy="80745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5000"/>
                </a:lnSpc>
              </a:pPr>
              <a:r>
                <a:rPr lang="en-US" altLang="zh-CN" sz="2400" dirty="0">
                  <a:solidFill>
                    <a:schemeClr val="tx1"/>
                  </a:solidFill>
                  <a:latin typeface="Euclid" panose="02020503060505020303" pitchFamily="18" charset="0"/>
                  <a:ea typeface="TeX Gyre Bonum Math" panose="02000503000000000000" pitchFamily="50" charset="0"/>
                  <a:cs typeface="TeX Gyre Bonum Math" panose="02000503000000000000" pitchFamily="50" charset="0"/>
                </a:rPr>
                <a:t>3,2</a:t>
              </a:r>
              <a:endParaRPr lang="zh-CN" altLang="en-US" sz="2400" dirty="0">
                <a:solidFill>
                  <a:schemeClr val="tx1"/>
                </a:solidFill>
                <a:latin typeface="Euclid" panose="02020503060505020303" pitchFamily="18" charset="0"/>
                <a:cs typeface="TeX Gyre Bonum Math" panose="02000503000000000000" pitchFamily="50" charset="0"/>
              </a:endParaRPr>
            </a:p>
          </p:txBody>
        </p:sp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1ED2F70B-8FB3-485E-B8E7-1B50A2236E75}"/>
                </a:ext>
              </a:extLst>
            </p:cNvPr>
            <p:cNvCxnSpPr>
              <a:cxnSpLocks/>
              <a:stCxn id="118" idx="3"/>
              <a:endCxn id="129" idx="1"/>
            </p:cNvCxnSpPr>
            <p:nvPr/>
          </p:nvCxnSpPr>
          <p:spPr>
            <a:xfrm flipV="1">
              <a:off x="11708919" y="762528"/>
              <a:ext cx="1489483" cy="2262"/>
            </a:xfrm>
            <a:prstGeom prst="straightConnector1">
              <a:avLst/>
            </a:prstGeom>
            <a:ln w="444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FEDF6D61-4A0F-4D3B-9415-7D06980EBC4C}"/>
                </a:ext>
              </a:extLst>
            </p:cNvPr>
            <p:cNvSpPr txBox="1"/>
            <p:nvPr/>
          </p:nvSpPr>
          <p:spPr>
            <a:xfrm>
              <a:off x="11713700" y="272400"/>
              <a:ext cx="1489384" cy="4779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Euclid" panose="02020503060505020303" pitchFamily="18" charset="0"/>
                </a:rPr>
                <a:t>(</a:t>
              </a:r>
              <a:r>
                <a:rPr lang="en-US" altLang="zh-CN" sz="1600" i="1" dirty="0">
                  <a:latin typeface="Euclid" panose="02020503060505020303" pitchFamily="18" charset="0"/>
                </a:rPr>
                <a:t>c</a:t>
              </a:r>
              <a:r>
                <a:rPr lang="el-GR" altLang="zh-CN" sz="1600" i="1" dirty="0">
                  <a:latin typeface="Euclid" panose="02020503060505020303" pitchFamily="18" charset="0"/>
                </a:rPr>
                <a:t>ε</a:t>
              </a:r>
              <a:r>
                <a:rPr lang="en-US" altLang="zh-CN" sz="1600" dirty="0">
                  <a:latin typeface="Euclid" panose="02020503060505020303" pitchFamily="18" charset="0"/>
                </a:rPr>
                <a:t>, [1,3))</a:t>
              </a:r>
              <a:endParaRPr lang="zh-CN" altLang="en-US" sz="1600" dirty="0">
                <a:latin typeface="Euclid" panose="02020503060505020303" pitchFamily="18" charset="0"/>
              </a:endParaRPr>
            </a:p>
          </p:txBody>
        </p:sp>
        <p:sp>
          <p:nvSpPr>
            <p:cNvPr id="132" name="文本框 131">
              <a:extLst>
                <a:ext uri="{FF2B5EF4-FFF2-40B4-BE49-F238E27FC236}">
                  <a16:creationId xmlns:a16="http://schemas.microsoft.com/office/drawing/2014/main" id="{1C03D7A2-541A-4C4E-89F1-827851C6A8F2}"/>
                </a:ext>
              </a:extLst>
            </p:cNvPr>
            <p:cNvSpPr txBox="1"/>
            <p:nvPr/>
          </p:nvSpPr>
          <p:spPr>
            <a:xfrm>
              <a:off x="10723116" y="1303240"/>
              <a:ext cx="1497257" cy="4779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Euclid" panose="02020503060505020303" pitchFamily="18" charset="0"/>
                </a:rPr>
                <a:t>(</a:t>
              </a:r>
              <a:r>
                <a:rPr lang="en-US" altLang="zh-CN" sz="1600" i="1" dirty="0">
                  <a:latin typeface="Euclid" panose="02020503060505020303" pitchFamily="18" charset="0"/>
                </a:rPr>
                <a:t>ca</a:t>
              </a:r>
              <a:r>
                <a:rPr lang="en-US" altLang="zh-CN" sz="1600" dirty="0">
                  <a:latin typeface="Euclid" panose="02020503060505020303" pitchFamily="18" charset="0"/>
                </a:rPr>
                <a:t>, [1,3))</a:t>
              </a:r>
              <a:endParaRPr lang="zh-CN" altLang="en-US" sz="1600" dirty="0">
                <a:latin typeface="Euclid" panose="02020503060505020303" pitchFamily="18" charset="0"/>
              </a:endParaRPr>
            </a:p>
          </p:txBody>
        </p:sp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04409EAD-A418-4652-B42D-E5565775710C}"/>
                </a:ext>
              </a:extLst>
            </p:cNvPr>
            <p:cNvSpPr txBox="1"/>
            <p:nvPr/>
          </p:nvSpPr>
          <p:spPr>
            <a:xfrm>
              <a:off x="12305732" y="1303240"/>
              <a:ext cx="1498435" cy="4779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Euclid" panose="02020503060505020303" pitchFamily="18" charset="0"/>
                </a:rPr>
                <a:t>(</a:t>
              </a:r>
              <a:r>
                <a:rPr lang="en-US" altLang="zh-CN" sz="1600" i="1" dirty="0" err="1">
                  <a:latin typeface="Euclid" panose="02020503060505020303" pitchFamily="18" charset="0"/>
                </a:rPr>
                <a:t>cb</a:t>
              </a:r>
              <a:r>
                <a:rPr lang="en-US" altLang="zh-CN" sz="1600" dirty="0">
                  <a:latin typeface="Euclid" panose="02020503060505020303" pitchFamily="18" charset="0"/>
                </a:rPr>
                <a:t>, [1,3))</a:t>
              </a:r>
              <a:endParaRPr lang="zh-CN" altLang="en-US" sz="1600" dirty="0">
                <a:latin typeface="Euclid" panose="02020503060505020303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8175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1E696B5E-712F-4F53-8F50-55011E877124}"/>
              </a:ext>
            </a:extLst>
          </p:cNvPr>
          <p:cNvGrpSpPr/>
          <p:nvPr/>
        </p:nvGrpSpPr>
        <p:grpSpPr>
          <a:xfrm>
            <a:off x="531142" y="820466"/>
            <a:ext cx="3726627" cy="4992255"/>
            <a:chOff x="531142" y="820466"/>
            <a:chExt cx="6040582" cy="499225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C427C41-D889-4825-81C1-00E9EA073607}"/>
                </a:ext>
              </a:extLst>
            </p:cNvPr>
            <p:cNvSpPr/>
            <p:nvPr/>
          </p:nvSpPr>
          <p:spPr>
            <a:xfrm>
              <a:off x="531142" y="820466"/>
              <a:ext cx="6040582" cy="4992255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AC48259B-274D-433A-B112-2833EF9A0469}"/>
                </a:ext>
              </a:extLst>
            </p:cNvPr>
            <p:cNvCxnSpPr>
              <a:cxnSpLocks/>
              <a:endCxn id="5" idx="2"/>
            </p:cNvCxnSpPr>
            <p:nvPr/>
          </p:nvCxnSpPr>
          <p:spPr>
            <a:xfrm flipH="1">
              <a:off x="3551433" y="1893455"/>
              <a:ext cx="3020291" cy="3919266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9A03D9AA-268E-4124-9794-206DE6C389F3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 flipH="1">
              <a:off x="531142" y="1893455"/>
              <a:ext cx="6040582" cy="1423139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75048DCC-40B6-4F5F-A082-0B47ACC8126B}"/>
                </a:ext>
              </a:extLst>
            </p:cNvPr>
            <p:cNvCxnSpPr>
              <a:cxnSpLocks/>
            </p:cNvCxnSpPr>
            <p:nvPr/>
          </p:nvCxnSpPr>
          <p:spPr>
            <a:xfrm>
              <a:off x="531142" y="820466"/>
              <a:ext cx="3020291" cy="1774952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12F21C47-585A-43E0-8B4B-28041BF43F30}"/>
                </a:ext>
              </a:extLst>
            </p:cNvPr>
            <p:cNvSpPr txBox="1"/>
            <p:nvPr/>
          </p:nvSpPr>
          <p:spPr>
            <a:xfrm>
              <a:off x="1033345" y="1820591"/>
              <a:ext cx="4154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latin typeface="Euclid" panose="02020503060505020303" pitchFamily="18" charset="0"/>
                </a:rPr>
                <a:t>1</a:t>
              </a:r>
              <a:endParaRPr lang="zh-CN" altLang="en-US" sz="3600" dirty="0">
                <a:latin typeface="Euclid" panose="02020503060505020303" pitchFamily="18" charset="0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353F2F26-227C-466D-B4A0-8A7CCCA3777C}"/>
                </a:ext>
              </a:extLst>
            </p:cNvPr>
            <p:cNvSpPr txBox="1"/>
            <p:nvPr/>
          </p:nvSpPr>
          <p:spPr>
            <a:xfrm>
              <a:off x="4187230" y="1174260"/>
              <a:ext cx="4154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latin typeface="Euclid" panose="02020503060505020303" pitchFamily="18" charset="0"/>
                </a:rPr>
                <a:t>3</a:t>
              </a:r>
              <a:endParaRPr lang="zh-CN" altLang="en-US" sz="3600" dirty="0">
                <a:latin typeface="Euclid" panose="02020503060505020303" pitchFamily="18" charset="0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8C57138B-4B8A-4588-92C2-04BD18DCF6B2}"/>
                </a:ext>
              </a:extLst>
            </p:cNvPr>
            <p:cNvSpPr txBox="1"/>
            <p:nvPr/>
          </p:nvSpPr>
          <p:spPr>
            <a:xfrm>
              <a:off x="2898045" y="3897992"/>
              <a:ext cx="4154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latin typeface="Euclid" panose="02020503060505020303" pitchFamily="18" charset="0"/>
                </a:rPr>
                <a:t>2</a:t>
              </a:r>
              <a:endParaRPr lang="zh-CN" altLang="en-US" sz="3600" dirty="0">
                <a:latin typeface="Euclid" panose="02020503060505020303" pitchFamily="18" charset="0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3A1AA134-73F1-405A-A795-4B71506F230F}"/>
                </a:ext>
              </a:extLst>
            </p:cNvPr>
            <p:cNvSpPr txBox="1"/>
            <p:nvPr/>
          </p:nvSpPr>
          <p:spPr>
            <a:xfrm>
              <a:off x="5401652" y="4468139"/>
              <a:ext cx="4154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latin typeface="Euclid" panose="02020503060505020303" pitchFamily="18" charset="0"/>
                </a:rPr>
                <a:t>4</a:t>
              </a:r>
              <a:endParaRPr lang="zh-CN" altLang="en-US" sz="3600" dirty="0">
                <a:latin typeface="Euclid" panose="02020503060505020303" pitchFamily="18" charset="0"/>
              </a:endParaRPr>
            </a:p>
          </p:txBody>
        </p:sp>
      </p:grpSp>
      <p:sp>
        <p:nvSpPr>
          <p:cNvPr id="22" name="椭圆 21">
            <a:extLst>
              <a:ext uri="{FF2B5EF4-FFF2-40B4-BE49-F238E27FC236}">
                <a16:creationId xmlns:a16="http://schemas.microsoft.com/office/drawing/2014/main" id="{9F5CE40E-F9F1-4ED2-946F-2680BDAC320C}"/>
              </a:ext>
            </a:extLst>
          </p:cNvPr>
          <p:cNvSpPr/>
          <p:nvPr/>
        </p:nvSpPr>
        <p:spPr>
          <a:xfrm>
            <a:off x="4933706" y="2821733"/>
            <a:ext cx="638736" cy="6387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36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1</a:t>
            </a:r>
            <a:endParaRPr lang="zh-CN" altLang="en-US" sz="36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7A215EFC-03A5-4328-826A-C622D39B69FF}"/>
              </a:ext>
            </a:extLst>
          </p:cNvPr>
          <p:cNvSpPr/>
          <p:nvPr/>
        </p:nvSpPr>
        <p:spPr>
          <a:xfrm>
            <a:off x="6391833" y="2821733"/>
            <a:ext cx="638736" cy="6387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36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2</a:t>
            </a:r>
            <a:endParaRPr lang="zh-CN" altLang="en-US" sz="36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011CA54F-0775-446C-8950-63AD86BEB8F5}"/>
              </a:ext>
            </a:extLst>
          </p:cNvPr>
          <p:cNvSpPr/>
          <p:nvPr/>
        </p:nvSpPr>
        <p:spPr>
          <a:xfrm>
            <a:off x="7400278" y="3998309"/>
            <a:ext cx="638736" cy="6387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36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4</a:t>
            </a:r>
            <a:endParaRPr lang="zh-CN" altLang="en-US" sz="36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E7D2FBFF-EDD6-45D9-B901-FA859BAC5DEE}"/>
              </a:ext>
            </a:extLst>
          </p:cNvPr>
          <p:cNvSpPr/>
          <p:nvPr/>
        </p:nvSpPr>
        <p:spPr>
          <a:xfrm>
            <a:off x="6391833" y="1703944"/>
            <a:ext cx="638736" cy="6387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36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3</a:t>
            </a:r>
            <a:endParaRPr lang="zh-CN" altLang="en-US" sz="36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E2AC3B3F-C8D0-4DE2-97BD-D4C0AE112B07}"/>
              </a:ext>
            </a:extLst>
          </p:cNvPr>
          <p:cNvCxnSpPr>
            <a:stCxn id="22" idx="6"/>
            <a:endCxn id="24" idx="2"/>
          </p:cNvCxnSpPr>
          <p:nvPr/>
        </p:nvCxnSpPr>
        <p:spPr>
          <a:xfrm>
            <a:off x="5572442" y="3141101"/>
            <a:ext cx="819391" cy="0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E7D5BC41-A069-4047-858A-868D2676A6C0}"/>
              </a:ext>
            </a:extLst>
          </p:cNvPr>
          <p:cNvCxnSpPr>
            <a:cxnSpLocks/>
            <a:stCxn id="24" idx="5"/>
            <a:endCxn id="25" idx="1"/>
          </p:cNvCxnSpPr>
          <p:nvPr/>
        </p:nvCxnSpPr>
        <p:spPr>
          <a:xfrm>
            <a:off x="6937029" y="3366929"/>
            <a:ext cx="556789" cy="724921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981A9AEA-866B-4775-987F-101E7574A6C7}"/>
              </a:ext>
            </a:extLst>
          </p:cNvPr>
          <p:cNvCxnSpPr>
            <a:cxnSpLocks/>
            <a:stCxn id="24" idx="0"/>
            <a:endCxn id="26" idx="4"/>
          </p:cNvCxnSpPr>
          <p:nvPr/>
        </p:nvCxnSpPr>
        <p:spPr>
          <a:xfrm flipV="1">
            <a:off x="6711202" y="2342681"/>
            <a:ext cx="0" cy="479052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5CE987B9-7E9B-438C-8E40-05C1863BB9A4}"/>
              </a:ext>
            </a:extLst>
          </p:cNvPr>
          <p:cNvSpPr txBox="1"/>
          <p:nvPr/>
        </p:nvSpPr>
        <p:spPr>
          <a:xfrm>
            <a:off x="5721206" y="2752194"/>
            <a:ext cx="341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Euclid" panose="02020503060505020303" pitchFamily="18" charset="0"/>
              </a:rPr>
              <a:t>a</a:t>
            </a:r>
            <a:endParaRPr lang="zh-CN" altLang="en-US" sz="2400" dirty="0">
              <a:latin typeface="Euclid" panose="02020503060505020303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E3434F2-4FEA-400B-B782-E4E44BBADB51}"/>
              </a:ext>
            </a:extLst>
          </p:cNvPr>
          <p:cNvSpPr txBox="1"/>
          <p:nvPr/>
        </p:nvSpPr>
        <p:spPr>
          <a:xfrm>
            <a:off x="6719445" y="3671950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Euclid" panose="02020503060505020303" pitchFamily="18" charset="0"/>
              </a:rPr>
              <a:t>c</a:t>
            </a:r>
            <a:endParaRPr lang="zh-CN" altLang="en-US" sz="2400" dirty="0">
              <a:latin typeface="Euclid" panose="02020503060505020303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627BE58-315F-41C3-A34A-33BAF9DE69E2}"/>
              </a:ext>
            </a:extLst>
          </p:cNvPr>
          <p:cNvSpPr txBox="1"/>
          <p:nvPr/>
        </p:nvSpPr>
        <p:spPr>
          <a:xfrm>
            <a:off x="6751434" y="2437857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Euclid" panose="02020503060505020303" pitchFamily="18" charset="0"/>
              </a:rPr>
              <a:t>b</a:t>
            </a:r>
            <a:endParaRPr lang="zh-CN" altLang="en-US" sz="2400" dirty="0">
              <a:latin typeface="Euclid" panose="02020503060505020303" pitchFamily="18" charset="0"/>
            </a:endParaRPr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C0115B8F-DBE4-42C9-884D-D8F7C01730AA}"/>
              </a:ext>
            </a:extLst>
          </p:cNvPr>
          <p:cNvSpPr/>
          <p:nvPr/>
        </p:nvSpPr>
        <p:spPr>
          <a:xfrm>
            <a:off x="8566738" y="2575123"/>
            <a:ext cx="638736" cy="6387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36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1</a:t>
            </a:r>
            <a:endParaRPr lang="zh-CN" altLang="en-US" sz="36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47DCB224-22E2-493E-8B77-D3B70DE8F5D9}"/>
              </a:ext>
            </a:extLst>
          </p:cNvPr>
          <p:cNvSpPr/>
          <p:nvPr/>
        </p:nvSpPr>
        <p:spPr>
          <a:xfrm>
            <a:off x="10024865" y="2575123"/>
            <a:ext cx="638736" cy="6387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36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2</a:t>
            </a:r>
            <a:endParaRPr lang="zh-CN" altLang="en-US" sz="36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DE0C6F9F-D399-45D4-B050-AE080374F520}"/>
              </a:ext>
            </a:extLst>
          </p:cNvPr>
          <p:cNvSpPr/>
          <p:nvPr/>
        </p:nvSpPr>
        <p:spPr>
          <a:xfrm>
            <a:off x="10024865" y="1457334"/>
            <a:ext cx="638736" cy="6387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36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3</a:t>
            </a:r>
            <a:endParaRPr lang="zh-CN" altLang="en-US" sz="36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249E5DF7-1C71-4209-B032-83A6F73ED4E0}"/>
              </a:ext>
            </a:extLst>
          </p:cNvPr>
          <p:cNvCxnSpPr>
            <a:stCxn id="55" idx="6"/>
            <a:endCxn id="56" idx="2"/>
          </p:cNvCxnSpPr>
          <p:nvPr/>
        </p:nvCxnSpPr>
        <p:spPr>
          <a:xfrm>
            <a:off x="9205475" y="2894491"/>
            <a:ext cx="819391" cy="0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D681DD91-6449-44B1-9782-7E48F5171C0E}"/>
              </a:ext>
            </a:extLst>
          </p:cNvPr>
          <p:cNvCxnSpPr>
            <a:cxnSpLocks/>
            <a:stCxn id="56" idx="0"/>
            <a:endCxn id="57" idx="4"/>
          </p:cNvCxnSpPr>
          <p:nvPr/>
        </p:nvCxnSpPr>
        <p:spPr>
          <a:xfrm flipV="1">
            <a:off x="10344234" y="2096070"/>
            <a:ext cx="0" cy="479052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83228786-F12A-4E97-A593-DB5F608D69EE}"/>
              </a:ext>
            </a:extLst>
          </p:cNvPr>
          <p:cNvSpPr txBox="1"/>
          <p:nvPr/>
        </p:nvSpPr>
        <p:spPr>
          <a:xfrm>
            <a:off x="9354238" y="2505584"/>
            <a:ext cx="341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Euclid" panose="02020503060505020303" pitchFamily="18" charset="0"/>
              </a:rPr>
              <a:t>a</a:t>
            </a:r>
            <a:endParaRPr lang="zh-CN" altLang="en-US" sz="2400" dirty="0">
              <a:latin typeface="Euclid" panose="02020503060505020303" pitchFamily="18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65A49E24-6E1C-4D63-9F76-4AE351EA17F9}"/>
              </a:ext>
            </a:extLst>
          </p:cNvPr>
          <p:cNvSpPr txBox="1"/>
          <p:nvPr/>
        </p:nvSpPr>
        <p:spPr>
          <a:xfrm>
            <a:off x="10384466" y="2191247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Euclid" panose="02020503060505020303" pitchFamily="18" charset="0"/>
              </a:rPr>
              <a:t>b</a:t>
            </a:r>
            <a:endParaRPr lang="zh-CN" altLang="en-US" sz="2400" dirty="0">
              <a:latin typeface="Euclid" panose="02020503060505020303" pitchFamily="18" charset="0"/>
            </a:endParaRPr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8BB038AE-6F4B-4E45-A6BD-721FAF4F7143}"/>
              </a:ext>
            </a:extLst>
          </p:cNvPr>
          <p:cNvSpPr/>
          <p:nvPr/>
        </p:nvSpPr>
        <p:spPr>
          <a:xfrm>
            <a:off x="8598218" y="3533227"/>
            <a:ext cx="638736" cy="6387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36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1</a:t>
            </a:r>
            <a:endParaRPr lang="zh-CN" altLang="en-US" sz="36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2B3BC7C2-317E-4E4D-B073-64DDDA9E8A1B}"/>
              </a:ext>
            </a:extLst>
          </p:cNvPr>
          <p:cNvSpPr/>
          <p:nvPr/>
        </p:nvSpPr>
        <p:spPr>
          <a:xfrm>
            <a:off x="10056345" y="3533227"/>
            <a:ext cx="638736" cy="6387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36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2</a:t>
            </a:r>
            <a:endParaRPr lang="zh-CN" altLang="en-US" sz="36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F7D15B6C-CCC2-4FE1-A919-B96137FE9758}"/>
              </a:ext>
            </a:extLst>
          </p:cNvPr>
          <p:cNvSpPr/>
          <p:nvPr/>
        </p:nvSpPr>
        <p:spPr>
          <a:xfrm>
            <a:off x="11064790" y="4709804"/>
            <a:ext cx="638736" cy="6387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36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4</a:t>
            </a:r>
            <a:endParaRPr lang="zh-CN" altLang="en-US" sz="36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0AA4590F-7698-4D4B-A831-7FA1B2322231}"/>
              </a:ext>
            </a:extLst>
          </p:cNvPr>
          <p:cNvCxnSpPr>
            <a:stCxn id="62" idx="6"/>
            <a:endCxn id="63" idx="2"/>
          </p:cNvCxnSpPr>
          <p:nvPr/>
        </p:nvCxnSpPr>
        <p:spPr>
          <a:xfrm>
            <a:off x="9236954" y="3852596"/>
            <a:ext cx="819391" cy="0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EC1BF43D-9FC2-4686-A9DA-584935A84630}"/>
              </a:ext>
            </a:extLst>
          </p:cNvPr>
          <p:cNvCxnSpPr>
            <a:cxnSpLocks/>
            <a:stCxn id="63" idx="5"/>
            <a:endCxn id="64" idx="1"/>
          </p:cNvCxnSpPr>
          <p:nvPr/>
        </p:nvCxnSpPr>
        <p:spPr>
          <a:xfrm>
            <a:off x="10601541" y="4078423"/>
            <a:ext cx="556789" cy="724921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8E0A8175-0C19-4B2C-8291-92FDC364D76E}"/>
              </a:ext>
            </a:extLst>
          </p:cNvPr>
          <p:cNvSpPr txBox="1"/>
          <p:nvPr/>
        </p:nvSpPr>
        <p:spPr>
          <a:xfrm>
            <a:off x="9385718" y="3463689"/>
            <a:ext cx="341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Euclid" panose="02020503060505020303" pitchFamily="18" charset="0"/>
              </a:rPr>
              <a:t>a</a:t>
            </a:r>
            <a:endParaRPr lang="zh-CN" altLang="en-US" sz="2400" dirty="0">
              <a:latin typeface="Euclid" panose="02020503060505020303" pitchFamily="18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9586F5E7-FBC9-40FB-8C9E-A014CA2EF679}"/>
              </a:ext>
            </a:extLst>
          </p:cNvPr>
          <p:cNvSpPr txBox="1"/>
          <p:nvPr/>
        </p:nvSpPr>
        <p:spPr>
          <a:xfrm>
            <a:off x="10436403" y="4315100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Euclid" panose="02020503060505020303" pitchFamily="18" charset="0"/>
              </a:rPr>
              <a:t>c</a:t>
            </a:r>
            <a:endParaRPr lang="zh-CN" altLang="en-US" sz="2400" dirty="0">
              <a:latin typeface="Euclid" panose="02020503060505020303" pitchFamily="18" charset="0"/>
            </a:endParaRPr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690EDF39-5526-473A-A2A9-814DD71970B1}"/>
              </a:ext>
            </a:extLst>
          </p:cNvPr>
          <p:cNvCxnSpPr>
            <a:cxnSpLocks/>
          </p:cNvCxnSpPr>
          <p:nvPr/>
        </p:nvCxnSpPr>
        <p:spPr>
          <a:xfrm>
            <a:off x="8282926" y="2894491"/>
            <a:ext cx="310945" cy="0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6BE407D8-A7B2-4CB4-85DE-A8C8CD29D3FE}"/>
              </a:ext>
            </a:extLst>
          </p:cNvPr>
          <p:cNvCxnSpPr>
            <a:cxnSpLocks/>
          </p:cNvCxnSpPr>
          <p:nvPr/>
        </p:nvCxnSpPr>
        <p:spPr>
          <a:xfrm>
            <a:off x="10762133" y="5062271"/>
            <a:ext cx="310945" cy="0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4D8FA504-669B-428E-8FBF-57B9B1106B23}"/>
              </a:ext>
            </a:extLst>
          </p:cNvPr>
          <p:cNvCxnSpPr>
            <a:cxnSpLocks/>
            <a:stCxn id="55" idx="0"/>
            <a:endCxn id="57" idx="2"/>
          </p:cNvCxnSpPr>
          <p:nvPr/>
        </p:nvCxnSpPr>
        <p:spPr>
          <a:xfrm flipV="1">
            <a:off x="8886106" y="1776702"/>
            <a:ext cx="1138759" cy="798421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A392A738-6C2D-4E31-A8D1-9D447E94C286}"/>
              </a:ext>
            </a:extLst>
          </p:cNvPr>
          <p:cNvSpPr txBox="1"/>
          <p:nvPr/>
        </p:nvSpPr>
        <p:spPr>
          <a:xfrm>
            <a:off x="9162737" y="1679478"/>
            <a:ext cx="341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Euclid" panose="02020503060505020303" pitchFamily="18" charset="0"/>
              </a:rPr>
              <a:t>d</a:t>
            </a:r>
            <a:endParaRPr lang="zh-CN" altLang="en-US" sz="2400" dirty="0">
              <a:latin typeface="Euclid" panose="02020503060505020303" pitchFamily="18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4D704B2B-0752-4037-AFF2-62B5F5AB9E83}"/>
              </a:ext>
            </a:extLst>
          </p:cNvPr>
          <p:cNvSpPr txBox="1"/>
          <p:nvPr/>
        </p:nvSpPr>
        <p:spPr>
          <a:xfrm>
            <a:off x="9275785" y="2974602"/>
            <a:ext cx="652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Euclid" panose="02020503060505020303" pitchFamily="18" charset="0"/>
              </a:rPr>
              <a:t>[1,2)</a:t>
            </a:r>
            <a:endParaRPr lang="zh-CN" altLang="en-US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DF39D697-8CF8-42C1-963F-889A60A6C900}"/>
              </a:ext>
            </a:extLst>
          </p:cNvPr>
          <p:cNvSpPr txBox="1"/>
          <p:nvPr/>
        </p:nvSpPr>
        <p:spPr>
          <a:xfrm>
            <a:off x="9291496" y="3921270"/>
            <a:ext cx="652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Euclid" panose="02020503060505020303" pitchFamily="18" charset="0"/>
              </a:rPr>
              <a:t>[1,2)</a:t>
            </a:r>
            <a:endParaRPr lang="zh-CN" altLang="en-US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0BF6EBB1-C16C-4718-80C5-7C709DDAA585}"/>
              </a:ext>
            </a:extLst>
          </p:cNvPr>
          <p:cNvSpPr txBox="1"/>
          <p:nvPr/>
        </p:nvSpPr>
        <p:spPr>
          <a:xfrm>
            <a:off x="10914306" y="4041894"/>
            <a:ext cx="652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Euclid" panose="02020503060505020303" pitchFamily="18" charset="0"/>
              </a:rPr>
              <a:t>[2,3)</a:t>
            </a:r>
            <a:endParaRPr lang="zh-CN" altLang="en-US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0A76DA2-F603-44C3-B2B9-E23315A862A8}"/>
              </a:ext>
            </a:extLst>
          </p:cNvPr>
          <p:cNvSpPr txBox="1"/>
          <p:nvPr/>
        </p:nvSpPr>
        <p:spPr>
          <a:xfrm>
            <a:off x="8635707" y="1703945"/>
            <a:ext cx="652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Euclid" panose="02020503060505020303" pitchFamily="18" charset="0"/>
              </a:rPr>
              <a:t>[2,4)</a:t>
            </a:r>
            <a:endParaRPr lang="zh-CN" altLang="en-US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D890632A-E3DA-4A25-A0A9-92E9E49B23FD}"/>
              </a:ext>
            </a:extLst>
          </p:cNvPr>
          <p:cNvSpPr txBox="1"/>
          <p:nvPr/>
        </p:nvSpPr>
        <p:spPr>
          <a:xfrm>
            <a:off x="10632295" y="2254827"/>
            <a:ext cx="652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Euclid" panose="02020503060505020303" pitchFamily="18" charset="0"/>
              </a:rPr>
              <a:t>[1,2)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9553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10D986D7-744F-443C-BB4C-E9E1BFCD3C50}"/>
              </a:ext>
            </a:extLst>
          </p:cNvPr>
          <p:cNvSpPr/>
          <p:nvPr/>
        </p:nvSpPr>
        <p:spPr>
          <a:xfrm>
            <a:off x="4571377" y="2661565"/>
            <a:ext cx="845580" cy="572010"/>
          </a:xfrm>
          <a:prstGeom prst="roundRect">
            <a:avLst/>
          </a:prstGeom>
          <a:noFill/>
          <a:ln w="127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1,1</a:t>
            </a:r>
            <a:endParaRPr lang="zh-CN" altLang="en-US" sz="24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68F9B307-042E-4AC7-911A-7B59AA60EA37}"/>
              </a:ext>
            </a:extLst>
          </p:cNvPr>
          <p:cNvSpPr/>
          <p:nvPr/>
        </p:nvSpPr>
        <p:spPr>
          <a:xfrm>
            <a:off x="6522486" y="3365542"/>
            <a:ext cx="845580" cy="572010"/>
          </a:xfrm>
          <a:prstGeom prst="roundRect">
            <a:avLst/>
          </a:prstGeom>
          <a:noFill/>
          <a:ln w="60325" cmpd="dbl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2400" dirty="0">
                <a:solidFill>
                  <a:srgbClr val="FF5050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2,1</a:t>
            </a:r>
            <a:endParaRPr lang="zh-CN" altLang="en-US" sz="2400" dirty="0">
              <a:solidFill>
                <a:srgbClr val="FF5050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E254B771-E971-4273-A8A9-00A294D42383}"/>
              </a:ext>
            </a:extLst>
          </p:cNvPr>
          <p:cNvSpPr/>
          <p:nvPr/>
        </p:nvSpPr>
        <p:spPr>
          <a:xfrm>
            <a:off x="6520915" y="4525247"/>
            <a:ext cx="845580" cy="57201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3,1</a:t>
            </a:r>
            <a:endParaRPr lang="zh-CN" altLang="en-US" sz="24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A8846225-78B1-42E3-AF0F-AFC08BBC43EF}"/>
              </a:ext>
            </a:extLst>
          </p:cNvPr>
          <p:cNvSpPr/>
          <p:nvPr/>
        </p:nvSpPr>
        <p:spPr>
          <a:xfrm>
            <a:off x="6520915" y="1286854"/>
            <a:ext cx="845580" cy="572010"/>
          </a:xfrm>
          <a:prstGeom prst="roundRect">
            <a:avLst/>
          </a:prstGeom>
          <a:noFill/>
          <a:ln w="60325" cmpd="dbl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2400" dirty="0">
                <a:solidFill>
                  <a:srgbClr val="FF5050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1,2</a:t>
            </a:r>
            <a:endParaRPr lang="zh-CN" altLang="en-US" sz="2400" dirty="0">
              <a:solidFill>
                <a:srgbClr val="FF5050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94D0A83C-D5E6-48D9-ABAC-D528CA64BF6C}"/>
              </a:ext>
            </a:extLst>
          </p:cNvPr>
          <p:cNvSpPr/>
          <p:nvPr/>
        </p:nvSpPr>
        <p:spPr>
          <a:xfrm>
            <a:off x="8470348" y="2670106"/>
            <a:ext cx="845580" cy="572010"/>
          </a:xfrm>
          <a:prstGeom prst="roundRect">
            <a:avLst/>
          </a:prstGeom>
          <a:noFill/>
          <a:ln w="127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2,2</a:t>
            </a:r>
            <a:endParaRPr lang="zh-CN" altLang="en-US" sz="24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08848608-FC94-4DD7-959D-179EA18495A4}"/>
              </a:ext>
            </a:extLst>
          </p:cNvPr>
          <p:cNvSpPr/>
          <p:nvPr/>
        </p:nvSpPr>
        <p:spPr>
          <a:xfrm>
            <a:off x="7363761" y="5729907"/>
            <a:ext cx="845580" cy="572010"/>
          </a:xfrm>
          <a:prstGeom prst="roundRect">
            <a:avLst/>
          </a:prstGeom>
          <a:noFill/>
          <a:ln w="60325" cmpd="dbl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2400" dirty="0">
                <a:solidFill>
                  <a:srgbClr val="FF5050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3,2</a:t>
            </a:r>
            <a:endParaRPr lang="zh-CN" altLang="en-US" sz="2400" dirty="0">
              <a:solidFill>
                <a:srgbClr val="FF5050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8711EE65-407A-48D6-A68E-E4C447E2E18B}"/>
              </a:ext>
            </a:extLst>
          </p:cNvPr>
          <p:cNvSpPr/>
          <p:nvPr/>
        </p:nvSpPr>
        <p:spPr>
          <a:xfrm>
            <a:off x="8470348" y="1278242"/>
            <a:ext cx="845580" cy="57201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1,4</a:t>
            </a:r>
            <a:endParaRPr lang="zh-CN" altLang="en-US" sz="24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D859B76D-7671-43C0-AA73-EEBABE38FB29}"/>
              </a:ext>
            </a:extLst>
          </p:cNvPr>
          <p:cNvSpPr/>
          <p:nvPr/>
        </p:nvSpPr>
        <p:spPr>
          <a:xfrm>
            <a:off x="10726680" y="1280082"/>
            <a:ext cx="845580" cy="572010"/>
          </a:xfrm>
          <a:prstGeom prst="roundRect">
            <a:avLst/>
          </a:prstGeom>
          <a:noFill/>
          <a:ln w="60325" cmpd="dbl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2400" dirty="0">
                <a:solidFill>
                  <a:srgbClr val="FF5050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2,4</a:t>
            </a:r>
            <a:endParaRPr lang="zh-CN" altLang="en-US" sz="2400" dirty="0">
              <a:solidFill>
                <a:srgbClr val="FF5050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371B7ED6-F0B5-436A-A38E-640B5030974B}"/>
              </a:ext>
            </a:extLst>
          </p:cNvPr>
          <p:cNvSpPr/>
          <p:nvPr/>
        </p:nvSpPr>
        <p:spPr>
          <a:xfrm>
            <a:off x="9634281" y="5729907"/>
            <a:ext cx="845580" cy="57201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3,4</a:t>
            </a:r>
            <a:endParaRPr lang="zh-CN" altLang="en-US" sz="24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C9B64F00-931B-490D-AD3D-23099ED960C1}"/>
              </a:ext>
            </a:extLst>
          </p:cNvPr>
          <p:cNvCxnSpPr>
            <a:cxnSpLocks/>
          </p:cNvCxnSpPr>
          <p:nvPr/>
        </p:nvCxnSpPr>
        <p:spPr>
          <a:xfrm>
            <a:off x="8869141" y="794209"/>
            <a:ext cx="0" cy="478878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3987B82C-278C-47D1-BD9B-172DA6E81214}"/>
              </a:ext>
            </a:extLst>
          </p:cNvPr>
          <p:cNvSpPr txBox="1"/>
          <p:nvPr/>
        </p:nvSpPr>
        <p:spPr>
          <a:xfrm>
            <a:off x="7379927" y="867757"/>
            <a:ext cx="10550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l-GR" altLang="zh-CN" sz="1600" i="1" dirty="0">
                <a:latin typeface="Euclid" panose="02020503060505020303" pitchFamily="18" charset="0"/>
              </a:rPr>
              <a:t>ε</a:t>
            </a:r>
            <a:r>
              <a:rPr lang="en-US" altLang="zh-CN" sz="1600" i="1" dirty="0">
                <a:latin typeface="Euclid" panose="02020503060505020303" pitchFamily="18" charset="0"/>
              </a:rPr>
              <a:t>g</a:t>
            </a:r>
            <a:r>
              <a:rPr lang="en-US" altLang="zh-CN" sz="1600" dirty="0">
                <a:latin typeface="Euclid" panose="02020503060505020303" pitchFamily="18" charset="0"/>
              </a:rPr>
              <a:t>, [2,3))</a:t>
            </a:r>
          </a:p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l-GR" altLang="zh-CN" sz="1600" i="1" dirty="0">
                <a:latin typeface="Euclid" panose="02020503060505020303" pitchFamily="18" charset="0"/>
              </a:rPr>
              <a:t>ε</a:t>
            </a:r>
            <a:r>
              <a:rPr lang="en-US" altLang="zh-CN" sz="1600" i="1" dirty="0">
                <a:latin typeface="Euclid" panose="02020503060505020303" pitchFamily="18" charset="0"/>
              </a:rPr>
              <a:t>b</a:t>
            </a:r>
            <a:r>
              <a:rPr lang="en-US" altLang="zh-CN" sz="1600" dirty="0">
                <a:latin typeface="Euclid" panose="02020503060505020303" pitchFamily="18" charset="0"/>
              </a:rPr>
              <a:t>, [2,3))</a:t>
            </a: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757826E5-1B55-4ED1-82DC-781A1A546B21}"/>
              </a:ext>
            </a:extLst>
          </p:cNvPr>
          <p:cNvCxnSpPr>
            <a:cxnSpLocks/>
            <a:stCxn id="58" idx="1"/>
            <a:endCxn id="55" idx="3"/>
          </p:cNvCxnSpPr>
          <p:nvPr/>
        </p:nvCxnSpPr>
        <p:spPr>
          <a:xfrm flipH="1">
            <a:off x="7366495" y="1564247"/>
            <a:ext cx="1103853" cy="8612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81D1A1E2-9159-49A3-A441-403585EA2D76}"/>
              </a:ext>
            </a:extLst>
          </p:cNvPr>
          <p:cNvCxnSpPr>
            <a:cxnSpLocks/>
            <a:stCxn id="58" idx="3"/>
            <a:endCxn id="59" idx="1"/>
          </p:cNvCxnSpPr>
          <p:nvPr/>
        </p:nvCxnSpPr>
        <p:spPr>
          <a:xfrm>
            <a:off x="9315928" y="1564247"/>
            <a:ext cx="1410752" cy="1840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2A281634-D124-4861-91BB-16388BD1CD1A}"/>
              </a:ext>
            </a:extLst>
          </p:cNvPr>
          <p:cNvCxnSpPr>
            <a:cxnSpLocks/>
            <a:stCxn id="58" idx="2"/>
            <a:endCxn id="56" idx="0"/>
          </p:cNvCxnSpPr>
          <p:nvPr/>
        </p:nvCxnSpPr>
        <p:spPr>
          <a:xfrm>
            <a:off x="8893138" y="1850252"/>
            <a:ext cx="0" cy="819854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9564D210-6321-49E9-BF94-D08CE0BB3FE6}"/>
              </a:ext>
            </a:extLst>
          </p:cNvPr>
          <p:cNvCxnSpPr>
            <a:cxnSpLocks/>
            <a:stCxn id="55" idx="2"/>
            <a:endCxn id="100" idx="0"/>
          </p:cNvCxnSpPr>
          <p:nvPr/>
        </p:nvCxnSpPr>
        <p:spPr>
          <a:xfrm>
            <a:off x="6943705" y="1858864"/>
            <a:ext cx="1571" cy="1506678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233AA55C-2CEA-4C0A-A2CD-55F95EB82D77}"/>
              </a:ext>
            </a:extLst>
          </p:cNvPr>
          <p:cNvCxnSpPr>
            <a:cxnSpLocks/>
            <a:stCxn id="55" idx="2"/>
            <a:endCxn id="56" idx="0"/>
          </p:cNvCxnSpPr>
          <p:nvPr/>
        </p:nvCxnSpPr>
        <p:spPr>
          <a:xfrm>
            <a:off x="6943705" y="1858864"/>
            <a:ext cx="1949433" cy="811242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5F4EF853-76E6-4D7C-9423-71A2AFB1DC8D}"/>
              </a:ext>
            </a:extLst>
          </p:cNvPr>
          <p:cNvCxnSpPr>
            <a:cxnSpLocks/>
            <a:endCxn id="94" idx="0"/>
          </p:cNvCxnSpPr>
          <p:nvPr/>
        </p:nvCxnSpPr>
        <p:spPr>
          <a:xfrm flipH="1">
            <a:off x="4994167" y="1858779"/>
            <a:ext cx="1915573" cy="802786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E1F88012-BA0F-4948-9F50-3E76F2E9175F}"/>
              </a:ext>
            </a:extLst>
          </p:cNvPr>
          <p:cNvCxnSpPr>
            <a:cxnSpLocks/>
            <a:stCxn id="94" idx="3"/>
            <a:endCxn id="100" idx="1"/>
          </p:cNvCxnSpPr>
          <p:nvPr/>
        </p:nvCxnSpPr>
        <p:spPr>
          <a:xfrm>
            <a:off x="5416957" y="2947570"/>
            <a:ext cx="1105529" cy="703977"/>
          </a:xfrm>
          <a:prstGeom prst="straightConnector1">
            <a:avLst/>
          </a:prstGeom>
          <a:ln w="4445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2C1BF7BF-3F85-40CE-9024-C836353F4FA0}"/>
              </a:ext>
            </a:extLst>
          </p:cNvPr>
          <p:cNvCxnSpPr>
            <a:cxnSpLocks/>
            <a:stCxn id="94" idx="3"/>
            <a:endCxn id="56" idx="1"/>
          </p:cNvCxnSpPr>
          <p:nvPr/>
        </p:nvCxnSpPr>
        <p:spPr>
          <a:xfrm>
            <a:off x="5416957" y="2947570"/>
            <a:ext cx="3053391" cy="8541"/>
          </a:xfrm>
          <a:prstGeom prst="straightConnector1">
            <a:avLst/>
          </a:prstGeom>
          <a:ln w="4445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F5BD4925-5339-406D-BFDB-561AD2397414}"/>
              </a:ext>
            </a:extLst>
          </p:cNvPr>
          <p:cNvCxnSpPr>
            <a:cxnSpLocks/>
            <a:stCxn id="100" idx="2"/>
            <a:endCxn id="52" idx="0"/>
          </p:cNvCxnSpPr>
          <p:nvPr/>
        </p:nvCxnSpPr>
        <p:spPr>
          <a:xfrm flipH="1">
            <a:off x="6943705" y="3937552"/>
            <a:ext cx="1571" cy="587695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74A45F56-7A74-410B-B6A5-F0CD5FDAFEAD}"/>
              </a:ext>
            </a:extLst>
          </p:cNvPr>
          <p:cNvCxnSpPr>
            <a:cxnSpLocks/>
            <a:endCxn id="57" idx="0"/>
          </p:cNvCxnSpPr>
          <p:nvPr/>
        </p:nvCxnSpPr>
        <p:spPr>
          <a:xfrm>
            <a:off x="7291156" y="3952208"/>
            <a:ext cx="495395" cy="1777699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39048827-FB22-45D6-BBB4-C09FEEA1F0D6}"/>
              </a:ext>
            </a:extLst>
          </p:cNvPr>
          <p:cNvCxnSpPr>
            <a:cxnSpLocks/>
            <a:stCxn id="52" idx="2"/>
          </p:cNvCxnSpPr>
          <p:nvPr/>
        </p:nvCxnSpPr>
        <p:spPr>
          <a:xfrm>
            <a:off x="6943705" y="5097257"/>
            <a:ext cx="420056" cy="709183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EF17C225-07D0-4566-B59E-9DC2EB24EA61}"/>
              </a:ext>
            </a:extLst>
          </p:cNvPr>
          <p:cNvCxnSpPr>
            <a:cxnSpLocks/>
            <a:endCxn id="57" idx="3"/>
          </p:cNvCxnSpPr>
          <p:nvPr/>
        </p:nvCxnSpPr>
        <p:spPr>
          <a:xfrm flipH="1" flipV="1">
            <a:off x="8209341" y="6015912"/>
            <a:ext cx="1398419" cy="7842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箭头连接符 141">
            <a:extLst>
              <a:ext uri="{FF2B5EF4-FFF2-40B4-BE49-F238E27FC236}">
                <a16:creationId xmlns:a16="http://schemas.microsoft.com/office/drawing/2014/main" id="{6DE72102-8C38-491F-AF6E-2DA3D81CB81B}"/>
              </a:ext>
            </a:extLst>
          </p:cNvPr>
          <p:cNvCxnSpPr>
            <a:cxnSpLocks/>
            <a:stCxn id="59" idx="2"/>
            <a:endCxn id="60" idx="0"/>
          </p:cNvCxnSpPr>
          <p:nvPr/>
        </p:nvCxnSpPr>
        <p:spPr>
          <a:xfrm flipH="1">
            <a:off x="10057071" y="1852092"/>
            <a:ext cx="1092399" cy="3877815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5E82431B-D268-495D-9E93-E29EBE213864}"/>
              </a:ext>
            </a:extLst>
          </p:cNvPr>
          <p:cNvCxnSpPr>
            <a:cxnSpLocks/>
          </p:cNvCxnSpPr>
          <p:nvPr/>
        </p:nvCxnSpPr>
        <p:spPr>
          <a:xfrm flipH="1">
            <a:off x="8120376" y="3240420"/>
            <a:ext cx="965430" cy="2489487"/>
          </a:xfrm>
          <a:prstGeom prst="straightConnector1">
            <a:avLst/>
          </a:prstGeom>
          <a:ln w="4445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73ED213B-2B35-4BB3-9E16-6E6A4835C7A6}"/>
              </a:ext>
            </a:extLst>
          </p:cNvPr>
          <p:cNvCxnSpPr>
            <a:cxnSpLocks/>
            <a:endCxn id="52" idx="0"/>
          </p:cNvCxnSpPr>
          <p:nvPr/>
        </p:nvCxnSpPr>
        <p:spPr>
          <a:xfrm flipH="1">
            <a:off x="6943705" y="3226635"/>
            <a:ext cx="2111206" cy="1298612"/>
          </a:xfrm>
          <a:prstGeom prst="straightConnector1">
            <a:avLst/>
          </a:prstGeom>
          <a:ln w="4445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6327A4EE-3A18-40C6-BE79-0F85F44746B2}"/>
              </a:ext>
            </a:extLst>
          </p:cNvPr>
          <p:cNvCxnSpPr>
            <a:cxnSpLocks/>
            <a:endCxn id="60" idx="0"/>
          </p:cNvCxnSpPr>
          <p:nvPr/>
        </p:nvCxnSpPr>
        <p:spPr>
          <a:xfrm>
            <a:off x="9191716" y="3242116"/>
            <a:ext cx="865355" cy="2487791"/>
          </a:xfrm>
          <a:prstGeom prst="straightConnector1">
            <a:avLst/>
          </a:prstGeom>
          <a:ln w="4445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椭圆 146">
            <a:extLst>
              <a:ext uri="{FF2B5EF4-FFF2-40B4-BE49-F238E27FC236}">
                <a16:creationId xmlns:a16="http://schemas.microsoft.com/office/drawing/2014/main" id="{99C6980A-531F-40F7-A4BD-2616593F28C3}"/>
              </a:ext>
            </a:extLst>
          </p:cNvPr>
          <p:cNvSpPr/>
          <p:nvPr/>
        </p:nvSpPr>
        <p:spPr>
          <a:xfrm>
            <a:off x="988326" y="2404643"/>
            <a:ext cx="638736" cy="6387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36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1</a:t>
            </a:r>
            <a:endParaRPr lang="zh-CN" altLang="en-US" sz="36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59A96B72-5E3D-4B9C-ACB9-27B5258E8B06}"/>
              </a:ext>
            </a:extLst>
          </p:cNvPr>
          <p:cNvSpPr/>
          <p:nvPr/>
        </p:nvSpPr>
        <p:spPr>
          <a:xfrm>
            <a:off x="2446453" y="2404643"/>
            <a:ext cx="638736" cy="6387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36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2</a:t>
            </a:r>
            <a:endParaRPr lang="zh-CN" altLang="en-US" sz="36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FDD73DED-C121-4665-82AD-517A8AD342F6}"/>
              </a:ext>
            </a:extLst>
          </p:cNvPr>
          <p:cNvSpPr/>
          <p:nvPr/>
        </p:nvSpPr>
        <p:spPr>
          <a:xfrm>
            <a:off x="2446453" y="1286854"/>
            <a:ext cx="638736" cy="6387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36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3</a:t>
            </a:r>
            <a:endParaRPr lang="zh-CN" altLang="en-US" sz="36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FC8004E4-0EDC-4D2E-862C-B157061AC61E}"/>
              </a:ext>
            </a:extLst>
          </p:cNvPr>
          <p:cNvCxnSpPr>
            <a:stCxn id="147" idx="6"/>
            <a:endCxn id="148" idx="2"/>
          </p:cNvCxnSpPr>
          <p:nvPr/>
        </p:nvCxnSpPr>
        <p:spPr>
          <a:xfrm>
            <a:off x="1627063" y="2724011"/>
            <a:ext cx="819391" cy="0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E81D6348-5DB4-4DE6-B77E-CB210EE4EF57}"/>
              </a:ext>
            </a:extLst>
          </p:cNvPr>
          <p:cNvCxnSpPr>
            <a:cxnSpLocks/>
            <a:stCxn id="148" idx="0"/>
            <a:endCxn id="149" idx="4"/>
          </p:cNvCxnSpPr>
          <p:nvPr/>
        </p:nvCxnSpPr>
        <p:spPr>
          <a:xfrm flipV="1">
            <a:off x="2765822" y="1925590"/>
            <a:ext cx="0" cy="479052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文本框 151">
            <a:extLst>
              <a:ext uri="{FF2B5EF4-FFF2-40B4-BE49-F238E27FC236}">
                <a16:creationId xmlns:a16="http://schemas.microsoft.com/office/drawing/2014/main" id="{689AAE71-D593-4676-947D-F76C5DDE64A1}"/>
              </a:ext>
            </a:extLst>
          </p:cNvPr>
          <p:cNvSpPr txBox="1"/>
          <p:nvPr/>
        </p:nvSpPr>
        <p:spPr>
          <a:xfrm>
            <a:off x="1775826" y="2335104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Euclid" panose="02020503060505020303" pitchFamily="18" charset="0"/>
              </a:rPr>
              <a:t>g</a:t>
            </a:r>
            <a:endParaRPr lang="zh-CN" altLang="en-US" sz="2400" dirty="0">
              <a:latin typeface="Euclid" panose="02020503060505020303" pitchFamily="18" charset="0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E0304562-3C46-4561-923C-B3FBD25FA221}"/>
              </a:ext>
            </a:extLst>
          </p:cNvPr>
          <p:cNvSpPr txBox="1"/>
          <p:nvPr/>
        </p:nvSpPr>
        <p:spPr>
          <a:xfrm>
            <a:off x="2806054" y="2020767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Euclid" panose="02020503060505020303" pitchFamily="18" charset="0"/>
              </a:rPr>
              <a:t>g</a:t>
            </a:r>
            <a:endParaRPr lang="zh-CN" altLang="en-US" sz="2400" dirty="0">
              <a:latin typeface="Euclid" panose="02020503060505020303" pitchFamily="18" charset="0"/>
            </a:endParaRPr>
          </a:p>
        </p:txBody>
      </p:sp>
      <p:sp>
        <p:nvSpPr>
          <p:cNvPr id="154" name="椭圆 153">
            <a:extLst>
              <a:ext uri="{FF2B5EF4-FFF2-40B4-BE49-F238E27FC236}">
                <a16:creationId xmlns:a16="http://schemas.microsoft.com/office/drawing/2014/main" id="{65769636-5B4B-4C4E-A7ED-52CE0700E1BF}"/>
              </a:ext>
            </a:extLst>
          </p:cNvPr>
          <p:cNvSpPr/>
          <p:nvPr/>
        </p:nvSpPr>
        <p:spPr>
          <a:xfrm>
            <a:off x="1019806" y="3362747"/>
            <a:ext cx="638736" cy="6387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36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1</a:t>
            </a:r>
            <a:endParaRPr lang="zh-CN" altLang="en-US" sz="36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155" name="椭圆 154">
            <a:extLst>
              <a:ext uri="{FF2B5EF4-FFF2-40B4-BE49-F238E27FC236}">
                <a16:creationId xmlns:a16="http://schemas.microsoft.com/office/drawing/2014/main" id="{F667C5E0-3DC2-4569-A744-89409EABBFA1}"/>
              </a:ext>
            </a:extLst>
          </p:cNvPr>
          <p:cNvSpPr/>
          <p:nvPr/>
        </p:nvSpPr>
        <p:spPr>
          <a:xfrm>
            <a:off x="2477933" y="3362747"/>
            <a:ext cx="638736" cy="6387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36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2</a:t>
            </a:r>
            <a:endParaRPr lang="zh-CN" altLang="en-US" sz="36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156" name="椭圆 155">
            <a:extLst>
              <a:ext uri="{FF2B5EF4-FFF2-40B4-BE49-F238E27FC236}">
                <a16:creationId xmlns:a16="http://schemas.microsoft.com/office/drawing/2014/main" id="{F4551395-1EB4-48EC-994C-7E1D1AC5E5F8}"/>
              </a:ext>
            </a:extLst>
          </p:cNvPr>
          <p:cNvSpPr/>
          <p:nvPr/>
        </p:nvSpPr>
        <p:spPr>
          <a:xfrm>
            <a:off x="3486378" y="4539324"/>
            <a:ext cx="638736" cy="6387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36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4</a:t>
            </a:r>
            <a:endParaRPr lang="zh-CN" altLang="en-US" sz="36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cxnSp>
        <p:nvCxnSpPr>
          <p:cNvPr id="157" name="直接箭头连接符 156">
            <a:extLst>
              <a:ext uri="{FF2B5EF4-FFF2-40B4-BE49-F238E27FC236}">
                <a16:creationId xmlns:a16="http://schemas.microsoft.com/office/drawing/2014/main" id="{B2BF07FB-92D0-429F-AB93-DD8011CD916A}"/>
              </a:ext>
            </a:extLst>
          </p:cNvPr>
          <p:cNvCxnSpPr>
            <a:stCxn id="154" idx="6"/>
            <a:endCxn id="155" idx="2"/>
          </p:cNvCxnSpPr>
          <p:nvPr/>
        </p:nvCxnSpPr>
        <p:spPr>
          <a:xfrm>
            <a:off x="1658542" y="3682116"/>
            <a:ext cx="819391" cy="0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73F13968-3413-4C99-AA55-C49436E08CD6}"/>
              </a:ext>
            </a:extLst>
          </p:cNvPr>
          <p:cNvCxnSpPr>
            <a:cxnSpLocks/>
            <a:stCxn id="155" idx="5"/>
            <a:endCxn id="156" idx="1"/>
          </p:cNvCxnSpPr>
          <p:nvPr/>
        </p:nvCxnSpPr>
        <p:spPr>
          <a:xfrm>
            <a:off x="3023129" y="3907943"/>
            <a:ext cx="556789" cy="724921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文本框 158">
            <a:extLst>
              <a:ext uri="{FF2B5EF4-FFF2-40B4-BE49-F238E27FC236}">
                <a16:creationId xmlns:a16="http://schemas.microsoft.com/office/drawing/2014/main" id="{50EAE27F-4B4B-4FE7-86CA-33730193F48F}"/>
              </a:ext>
            </a:extLst>
          </p:cNvPr>
          <p:cNvSpPr txBox="1"/>
          <p:nvPr/>
        </p:nvSpPr>
        <p:spPr>
          <a:xfrm>
            <a:off x="1807306" y="3293209"/>
            <a:ext cx="6238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Euclid" panose="02020503060505020303" pitchFamily="18" charset="0"/>
              </a:rPr>
              <a:t>g/b</a:t>
            </a:r>
            <a:endParaRPr lang="zh-CN" altLang="en-US" sz="2400" dirty="0">
              <a:latin typeface="Euclid" panose="02020503060505020303" pitchFamily="18" charset="0"/>
            </a:endParaRP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695E238A-7C98-4A09-89D8-EF90D8DB2D0B}"/>
              </a:ext>
            </a:extLst>
          </p:cNvPr>
          <p:cNvSpPr txBox="1"/>
          <p:nvPr/>
        </p:nvSpPr>
        <p:spPr>
          <a:xfrm>
            <a:off x="2656188" y="4200487"/>
            <a:ext cx="6238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Euclid" panose="02020503060505020303" pitchFamily="18" charset="0"/>
              </a:rPr>
              <a:t>g/b</a:t>
            </a:r>
            <a:endParaRPr lang="zh-CN" altLang="en-US" sz="2400" dirty="0">
              <a:latin typeface="Euclid" panose="02020503060505020303" pitchFamily="18" charset="0"/>
            </a:endParaRPr>
          </a:p>
        </p:txBody>
      </p:sp>
      <p:cxnSp>
        <p:nvCxnSpPr>
          <p:cNvPr id="161" name="直接箭头连接符 160">
            <a:extLst>
              <a:ext uri="{FF2B5EF4-FFF2-40B4-BE49-F238E27FC236}">
                <a16:creationId xmlns:a16="http://schemas.microsoft.com/office/drawing/2014/main" id="{B14087AB-1854-47D4-821B-72FFB7D1F2FD}"/>
              </a:ext>
            </a:extLst>
          </p:cNvPr>
          <p:cNvCxnSpPr>
            <a:cxnSpLocks/>
          </p:cNvCxnSpPr>
          <p:nvPr/>
        </p:nvCxnSpPr>
        <p:spPr>
          <a:xfrm>
            <a:off x="704514" y="2724011"/>
            <a:ext cx="310945" cy="0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DD246D77-36A9-44C4-AB4D-69CA1476D455}"/>
              </a:ext>
            </a:extLst>
          </p:cNvPr>
          <p:cNvCxnSpPr>
            <a:cxnSpLocks/>
          </p:cNvCxnSpPr>
          <p:nvPr/>
        </p:nvCxnSpPr>
        <p:spPr>
          <a:xfrm>
            <a:off x="3183721" y="4891791"/>
            <a:ext cx="310945" cy="0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箭头连接符 162">
            <a:extLst>
              <a:ext uri="{FF2B5EF4-FFF2-40B4-BE49-F238E27FC236}">
                <a16:creationId xmlns:a16="http://schemas.microsoft.com/office/drawing/2014/main" id="{2E873732-3E49-46DE-820E-BFECC9971FA8}"/>
              </a:ext>
            </a:extLst>
          </p:cNvPr>
          <p:cNvCxnSpPr>
            <a:cxnSpLocks/>
            <a:stCxn id="147" idx="0"/>
            <a:endCxn id="149" idx="2"/>
          </p:cNvCxnSpPr>
          <p:nvPr/>
        </p:nvCxnSpPr>
        <p:spPr>
          <a:xfrm flipV="1">
            <a:off x="1307694" y="1606222"/>
            <a:ext cx="1138759" cy="798421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C64A250E-29A1-44DF-BA82-9D2ED70D2442}"/>
              </a:ext>
            </a:extLst>
          </p:cNvPr>
          <p:cNvCxnSpPr>
            <a:cxnSpLocks/>
            <a:stCxn id="52" idx="1"/>
            <a:endCxn id="94" idx="2"/>
          </p:cNvCxnSpPr>
          <p:nvPr/>
        </p:nvCxnSpPr>
        <p:spPr>
          <a:xfrm flipH="1" flipV="1">
            <a:off x="4994167" y="3233575"/>
            <a:ext cx="1526748" cy="1577677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箭头连接符 180">
            <a:extLst>
              <a:ext uri="{FF2B5EF4-FFF2-40B4-BE49-F238E27FC236}">
                <a16:creationId xmlns:a16="http://schemas.microsoft.com/office/drawing/2014/main" id="{824CC732-11E9-4158-A670-2C887B20D462}"/>
              </a:ext>
            </a:extLst>
          </p:cNvPr>
          <p:cNvCxnSpPr>
            <a:cxnSpLocks/>
          </p:cNvCxnSpPr>
          <p:nvPr/>
        </p:nvCxnSpPr>
        <p:spPr>
          <a:xfrm flipH="1" flipV="1">
            <a:off x="4792980" y="3233575"/>
            <a:ext cx="641644" cy="2780641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箭头连接符 183">
            <a:extLst>
              <a:ext uri="{FF2B5EF4-FFF2-40B4-BE49-F238E27FC236}">
                <a16:creationId xmlns:a16="http://schemas.microsoft.com/office/drawing/2014/main" id="{96BD30B1-9EEB-49C6-9476-C8FE38E7046D}"/>
              </a:ext>
            </a:extLst>
          </p:cNvPr>
          <p:cNvCxnSpPr>
            <a:cxnSpLocks/>
            <a:stCxn id="57" idx="1"/>
          </p:cNvCxnSpPr>
          <p:nvPr/>
        </p:nvCxnSpPr>
        <p:spPr>
          <a:xfrm flipH="1">
            <a:off x="5416957" y="6015912"/>
            <a:ext cx="1946804" cy="0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文本框 190">
            <a:extLst>
              <a:ext uri="{FF2B5EF4-FFF2-40B4-BE49-F238E27FC236}">
                <a16:creationId xmlns:a16="http://schemas.microsoft.com/office/drawing/2014/main" id="{BB559128-D9DB-4224-9E02-29007FF17F30}"/>
              </a:ext>
            </a:extLst>
          </p:cNvPr>
          <p:cNvSpPr txBox="1"/>
          <p:nvPr/>
        </p:nvSpPr>
        <p:spPr>
          <a:xfrm>
            <a:off x="5031285" y="1632389"/>
            <a:ext cx="10550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l-GR" altLang="zh-CN" sz="1600" i="1" dirty="0">
                <a:latin typeface="Euclid" panose="02020503060505020303" pitchFamily="18" charset="0"/>
              </a:rPr>
              <a:t>ε</a:t>
            </a:r>
            <a:r>
              <a:rPr lang="en-US" altLang="zh-CN" sz="1600" i="1" dirty="0">
                <a:latin typeface="Euclid" panose="02020503060505020303" pitchFamily="18" charset="0"/>
              </a:rPr>
              <a:t>g</a:t>
            </a:r>
            <a:r>
              <a:rPr lang="en-US" altLang="zh-CN" sz="1600" dirty="0">
                <a:latin typeface="Euclid" panose="02020503060505020303" pitchFamily="18" charset="0"/>
              </a:rPr>
              <a:t>, [1,2))</a:t>
            </a:r>
          </a:p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l-GR" altLang="zh-CN" sz="1600" i="1" dirty="0">
                <a:latin typeface="Euclid" panose="02020503060505020303" pitchFamily="18" charset="0"/>
              </a:rPr>
              <a:t>ε</a:t>
            </a:r>
            <a:r>
              <a:rPr lang="en-US" altLang="zh-CN" sz="1600" i="1" dirty="0">
                <a:latin typeface="Euclid" panose="02020503060505020303" pitchFamily="18" charset="0"/>
              </a:rPr>
              <a:t>b</a:t>
            </a:r>
            <a:r>
              <a:rPr lang="en-US" altLang="zh-CN" sz="1600" dirty="0">
                <a:latin typeface="Euclid" panose="02020503060505020303" pitchFamily="18" charset="0"/>
              </a:rPr>
              <a:t>, [1,2))</a:t>
            </a:r>
            <a:endParaRPr lang="zh-CN" altLang="en-US" sz="1600" dirty="0">
              <a:latin typeface="Euclid" panose="02020503060505020303" pitchFamily="18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EB3CF12E-88AB-4907-88AC-47621BDF34C2}"/>
              </a:ext>
            </a:extLst>
          </p:cNvPr>
          <p:cNvSpPr txBox="1"/>
          <p:nvPr/>
        </p:nvSpPr>
        <p:spPr>
          <a:xfrm>
            <a:off x="8931057" y="2014769"/>
            <a:ext cx="10615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>
                <a:latin typeface="Euclid" panose="02020503060505020303" pitchFamily="18" charset="0"/>
              </a:rPr>
              <a:t>gg</a:t>
            </a:r>
            <a:r>
              <a:rPr lang="en-US" altLang="zh-CN" sz="1600" dirty="0">
                <a:latin typeface="Euclid" panose="02020503060505020303" pitchFamily="18" charset="0"/>
              </a:rPr>
              <a:t>, [2,3))</a:t>
            </a:r>
            <a:endParaRPr lang="zh-CN" altLang="en-US" sz="1600" dirty="0">
              <a:latin typeface="Euclid" panose="02020503060505020303" pitchFamily="18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1DC50DEA-2168-405B-878F-8F7C7CCE5207}"/>
              </a:ext>
            </a:extLst>
          </p:cNvPr>
          <p:cNvSpPr txBox="1"/>
          <p:nvPr/>
        </p:nvSpPr>
        <p:spPr>
          <a:xfrm>
            <a:off x="7614885" y="1828061"/>
            <a:ext cx="1064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>
                <a:latin typeface="Euclid" panose="02020503060505020303" pitchFamily="18" charset="0"/>
              </a:rPr>
              <a:t>g</a:t>
            </a:r>
            <a:r>
              <a:rPr lang="el-GR" altLang="zh-CN" sz="1600" i="1" dirty="0">
                <a:latin typeface="Euclid" panose="02020503060505020303" pitchFamily="18" charset="0"/>
              </a:rPr>
              <a:t>ε</a:t>
            </a:r>
            <a:r>
              <a:rPr lang="en-US" altLang="zh-CN" sz="1600" dirty="0">
                <a:latin typeface="Euclid" panose="02020503060505020303" pitchFamily="18" charset="0"/>
              </a:rPr>
              <a:t>, [1,2))</a:t>
            </a:r>
            <a:endParaRPr lang="zh-CN" altLang="en-US" sz="1600" dirty="0">
              <a:latin typeface="Euclid" panose="02020503060505020303" pitchFamily="18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DD6DA911-12A6-4875-BAED-1C7B31E19D19}"/>
              </a:ext>
            </a:extLst>
          </p:cNvPr>
          <p:cNvSpPr txBox="1"/>
          <p:nvPr/>
        </p:nvSpPr>
        <p:spPr>
          <a:xfrm>
            <a:off x="5618565" y="2570396"/>
            <a:ext cx="1172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 err="1">
                <a:latin typeface="Euclid" panose="02020503060505020303" pitchFamily="18" charset="0"/>
              </a:rPr>
              <a:t>gbu</a:t>
            </a:r>
            <a:r>
              <a:rPr lang="en-US" altLang="zh-CN" sz="1600" dirty="0">
                <a:latin typeface="Euclid" panose="02020503060505020303" pitchFamily="18" charset="0"/>
              </a:rPr>
              <a:t>, [1,2))</a:t>
            </a:r>
            <a:endParaRPr lang="zh-CN" altLang="en-US" sz="1600" dirty="0">
              <a:latin typeface="Euclid" panose="02020503060505020303" pitchFamily="18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6D01291E-FF21-4008-9D41-E4807055BBD7}"/>
              </a:ext>
            </a:extLst>
          </p:cNvPr>
          <p:cNvSpPr txBox="1"/>
          <p:nvPr/>
        </p:nvSpPr>
        <p:spPr>
          <a:xfrm>
            <a:off x="5354462" y="3453345"/>
            <a:ext cx="11657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>
                <a:latin typeface="Euclid" panose="02020503060505020303" pitchFamily="18" charset="0"/>
              </a:rPr>
              <a:t>g</a:t>
            </a:r>
            <a:r>
              <a:rPr lang="el-GR" altLang="zh-CN" sz="1600" i="1" dirty="0">
                <a:latin typeface="Euclid" panose="02020503060505020303" pitchFamily="18" charset="0"/>
              </a:rPr>
              <a:t>ε</a:t>
            </a:r>
            <a:r>
              <a:rPr lang="en-US" altLang="zh-CN" sz="1600" i="1" dirty="0">
                <a:latin typeface="Euclid" panose="02020503060505020303" pitchFamily="18" charset="0"/>
              </a:rPr>
              <a:t>u</a:t>
            </a:r>
            <a:r>
              <a:rPr lang="en-US" altLang="zh-CN" sz="1600" dirty="0">
                <a:latin typeface="Euclid" panose="02020503060505020303" pitchFamily="18" charset="0"/>
              </a:rPr>
              <a:t>, [1,2))</a:t>
            </a:r>
            <a:endParaRPr lang="zh-CN" altLang="en-US" sz="1600" dirty="0">
              <a:latin typeface="Euclid" panose="02020503060505020303" pitchFamily="18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E0357CA8-E133-4174-BC55-B0969FC8067C}"/>
              </a:ext>
            </a:extLst>
          </p:cNvPr>
          <p:cNvSpPr txBox="1"/>
          <p:nvPr/>
        </p:nvSpPr>
        <p:spPr>
          <a:xfrm>
            <a:off x="9475104" y="1153920"/>
            <a:ext cx="1064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>
                <a:latin typeface="Euclid" panose="02020503060505020303" pitchFamily="18" charset="0"/>
              </a:rPr>
              <a:t>g</a:t>
            </a:r>
            <a:r>
              <a:rPr lang="el-GR" altLang="zh-CN" sz="1600" i="1" dirty="0">
                <a:latin typeface="Euclid" panose="02020503060505020303" pitchFamily="18" charset="0"/>
              </a:rPr>
              <a:t>ε</a:t>
            </a:r>
            <a:r>
              <a:rPr lang="en-US" altLang="zh-CN" sz="1600" dirty="0">
                <a:latin typeface="Euclid" panose="02020503060505020303" pitchFamily="18" charset="0"/>
              </a:rPr>
              <a:t>, [1,2))</a:t>
            </a:r>
            <a:endParaRPr lang="zh-CN" altLang="en-US" sz="1600" dirty="0">
              <a:latin typeface="Euclid" panose="02020503060505020303" pitchFamily="18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40C8458-5562-4F7E-BDAB-E0C9903CE8AB}"/>
              </a:ext>
            </a:extLst>
          </p:cNvPr>
          <p:cNvSpPr txBox="1"/>
          <p:nvPr/>
        </p:nvSpPr>
        <p:spPr>
          <a:xfrm>
            <a:off x="10814187" y="2786453"/>
            <a:ext cx="10550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>
                <a:latin typeface="Euclid" panose="02020503060505020303" pitchFamily="18" charset="0"/>
              </a:rPr>
              <a:t>g</a:t>
            </a:r>
            <a:r>
              <a:rPr lang="el-GR" altLang="zh-CN" sz="1600" i="1" dirty="0">
                <a:latin typeface="Euclid" panose="02020503060505020303" pitchFamily="18" charset="0"/>
              </a:rPr>
              <a:t>ε</a:t>
            </a:r>
            <a:r>
              <a:rPr lang="en-US" altLang="zh-CN" sz="1600" dirty="0">
                <a:latin typeface="Euclid" panose="02020503060505020303" pitchFamily="18" charset="0"/>
              </a:rPr>
              <a:t>, [1,2))</a:t>
            </a:r>
            <a:endParaRPr lang="zh-CN" altLang="en-US" sz="1600" dirty="0">
              <a:latin typeface="Euclid" panose="02020503060505020303" pitchFamily="18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62FC159B-81F2-4647-ADB0-1A80BCB26EA5}"/>
              </a:ext>
            </a:extLst>
          </p:cNvPr>
          <p:cNvSpPr txBox="1"/>
          <p:nvPr/>
        </p:nvSpPr>
        <p:spPr>
          <a:xfrm>
            <a:off x="9388736" y="3649256"/>
            <a:ext cx="1172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 err="1">
                <a:latin typeface="Euclid" panose="02020503060505020303" pitchFamily="18" charset="0"/>
              </a:rPr>
              <a:t>gbu</a:t>
            </a:r>
            <a:r>
              <a:rPr lang="en-US" altLang="zh-CN" sz="1600" dirty="0">
                <a:latin typeface="Euclid" panose="02020503060505020303" pitchFamily="18" charset="0"/>
              </a:rPr>
              <a:t>, [2,3))</a:t>
            </a:r>
            <a:endParaRPr lang="zh-CN" altLang="en-US" sz="1600" dirty="0">
              <a:latin typeface="Euclid" panose="02020503060505020303" pitchFamily="18" charset="0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B7787D64-7C4F-4E26-9137-46B73C32DA88}"/>
              </a:ext>
            </a:extLst>
          </p:cNvPr>
          <p:cNvSpPr txBox="1"/>
          <p:nvPr/>
        </p:nvSpPr>
        <p:spPr>
          <a:xfrm>
            <a:off x="8393558" y="4824170"/>
            <a:ext cx="11657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>
                <a:latin typeface="Euclid" panose="02020503060505020303" pitchFamily="18" charset="0"/>
              </a:rPr>
              <a:t>g</a:t>
            </a:r>
            <a:r>
              <a:rPr lang="el-GR" altLang="zh-CN" sz="1600" i="1" dirty="0">
                <a:latin typeface="Euclid" panose="02020503060505020303" pitchFamily="18" charset="0"/>
              </a:rPr>
              <a:t>ε</a:t>
            </a:r>
            <a:r>
              <a:rPr lang="en-US" altLang="zh-CN" sz="1600" i="1" dirty="0">
                <a:latin typeface="Euclid" panose="02020503060505020303" pitchFamily="18" charset="0"/>
              </a:rPr>
              <a:t>u</a:t>
            </a:r>
            <a:r>
              <a:rPr lang="en-US" altLang="zh-CN" sz="1600" dirty="0">
                <a:latin typeface="Euclid" panose="02020503060505020303" pitchFamily="18" charset="0"/>
              </a:rPr>
              <a:t>, [1,2))</a:t>
            </a:r>
            <a:endParaRPr lang="zh-CN" altLang="en-US" sz="1600" dirty="0">
              <a:latin typeface="Euclid" panose="02020503060505020303" pitchFamily="18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1C5E8C22-8440-4A53-87C4-DA9D23FF054D}"/>
              </a:ext>
            </a:extLst>
          </p:cNvPr>
          <p:cNvSpPr txBox="1"/>
          <p:nvPr/>
        </p:nvSpPr>
        <p:spPr>
          <a:xfrm>
            <a:off x="1584325" y="1508998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Euclid" panose="02020503060505020303" pitchFamily="18" charset="0"/>
              </a:rPr>
              <a:t>g</a:t>
            </a:r>
            <a:endParaRPr lang="zh-CN" altLang="en-US" sz="2400" dirty="0">
              <a:latin typeface="Euclid" panose="02020503060505020303" pitchFamily="18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F841B098-57F2-492B-A6C5-B3D8844D57B5}"/>
              </a:ext>
            </a:extLst>
          </p:cNvPr>
          <p:cNvSpPr txBox="1"/>
          <p:nvPr/>
        </p:nvSpPr>
        <p:spPr>
          <a:xfrm>
            <a:off x="5828995" y="6056108"/>
            <a:ext cx="10615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>
                <a:latin typeface="Euclid" panose="02020503060505020303" pitchFamily="18" charset="0"/>
              </a:rPr>
              <a:t>gg</a:t>
            </a:r>
            <a:r>
              <a:rPr lang="en-US" altLang="zh-CN" sz="1600" dirty="0">
                <a:latin typeface="Euclid" panose="02020503060505020303" pitchFamily="18" charset="0"/>
              </a:rPr>
              <a:t>, [2,4))</a:t>
            </a:r>
            <a:endParaRPr lang="zh-CN" altLang="en-US" sz="1600" dirty="0">
              <a:latin typeface="Euclid" panose="02020503060505020303" pitchFamily="18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CE8767D7-6C52-49AA-84E2-1B2DADEF9F00}"/>
              </a:ext>
            </a:extLst>
          </p:cNvPr>
          <p:cNvSpPr txBox="1"/>
          <p:nvPr/>
        </p:nvSpPr>
        <p:spPr>
          <a:xfrm>
            <a:off x="5496990" y="4729906"/>
            <a:ext cx="1064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>
                <a:latin typeface="Euclid" panose="02020503060505020303" pitchFamily="18" charset="0"/>
              </a:rPr>
              <a:t>g</a:t>
            </a:r>
            <a:r>
              <a:rPr lang="el-GR" altLang="zh-CN" sz="1600" i="1" dirty="0">
                <a:latin typeface="Euclid" panose="02020503060505020303" pitchFamily="18" charset="0"/>
              </a:rPr>
              <a:t>ε</a:t>
            </a:r>
            <a:r>
              <a:rPr lang="en-US" altLang="zh-CN" sz="1600" dirty="0">
                <a:latin typeface="Euclid" panose="02020503060505020303" pitchFamily="18" charset="0"/>
              </a:rPr>
              <a:t>, [1,2))</a:t>
            </a:r>
            <a:endParaRPr lang="zh-CN" altLang="en-US" sz="1600" dirty="0">
              <a:latin typeface="Euclid" panose="02020503060505020303" pitchFamily="18" charset="0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F65FECBB-8EBE-48EC-94EC-33CC552669B0}"/>
              </a:ext>
            </a:extLst>
          </p:cNvPr>
          <p:cNvSpPr txBox="1"/>
          <p:nvPr/>
        </p:nvSpPr>
        <p:spPr>
          <a:xfrm>
            <a:off x="5945175" y="4007147"/>
            <a:ext cx="10550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>
                <a:latin typeface="Euclid" panose="02020503060505020303" pitchFamily="18" charset="0"/>
              </a:rPr>
              <a:t>g</a:t>
            </a:r>
            <a:r>
              <a:rPr lang="el-GR" altLang="zh-CN" sz="1600" i="1" dirty="0">
                <a:latin typeface="Euclid" panose="02020503060505020303" pitchFamily="18" charset="0"/>
              </a:rPr>
              <a:t>ε</a:t>
            </a:r>
            <a:r>
              <a:rPr lang="en-US" altLang="zh-CN" sz="1600" dirty="0">
                <a:latin typeface="Euclid" panose="02020503060505020303" pitchFamily="18" charset="0"/>
              </a:rPr>
              <a:t>, [1,2))</a:t>
            </a:r>
            <a:endParaRPr lang="zh-CN" altLang="en-US" sz="1600" dirty="0">
              <a:latin typeface="Euclid" panose="02020503060505020303" pitchFamily="18" charset="0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0060F814-2614-4326-BD58-E234E70E4178}"/>
              </a:ext>
            </a:extLst>
          </p:cNvPr>
          <p:cNvSpPr txBox="1"/>
          <p:nvPr/>
        </p:nvSpPr>
        <p:spPr>
          <a:xfrm>
            <a:off x="8381002" y="6056108"/>
            <a:ext cx="10550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l-GR" altLang="zh-CN" sz="1600" i="1" dirty="0">
                <a:latin typeface="Euclid" panose="02020503060505020303" pitchFamily="18" charset="0"/>
              </a:rPr>
              <a:t>ε</a:t>
            </a:r>
            <a:r>
              <a:rPr lang="en-US" altLang="zh-CN" sz="1600" i="1" dirty="0">
                <a:latin typeface="Euclid" panose="02020503060505020303" pitchFamily="18" charset="0"/>
              </a:rPr>
              <a:t>g</a:t>
            </a:r>
            <a:r>
              <a:rPr lang="en-US" altLang="zh-CN" sz="1600" dirty="0">
                <a:latin typeface="Euclid" panose="02020503060505020303" pitchFamily="18" charset="0"/>
              </a:rPr>
              <a:t>, [2,3))</a:t>
            </a:r>
          </a:p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l-GR" altLang="zh-CN" sz="1600" i="1" dirty="0">
                <a:latin typeface="Euclid" panose="02020503060505020303" pitchFamily="18" charset="0"/>
              </a:rPr>
              <a:t>ε</a:t>
            </a:r>
            <a:r>
              <a:rPr lang="en-US" altLang="zh-CN" sz="1600" i="1" dirty="0">
                <a:latin typeface="Euclid" panose="02020503060505020303" pitchFamily="18" charset="0"/>
              </a:rPr>
              <a:t>b</a:t>
            </a:r>
            <a:r>
              <a:rPr lang="en-US" altLang="zh-CN" sz="1600" dirty="0">
                <a:latin typeface="Euclid" panose="02020503060505020303" pitchFamily="18" charset="0"/>
              </a:rPr>
              <a:t>, </a:t>
            </a:r>
            <a:r>
              <a:rPr lang="en-US" altLang="zh-CN" sz="1600">
                <a:latin typeface="Euclid" panose="02020503060505020303" pitchFamily="18" charset="0"/>
              </a:rPr>
              <a:t>[2,3))</a:t>
            </a:r>
            <a:endParaRPr lang="zh-CN" altLang="en-US" sz="1600" dirty="0">
              <a:latin typeface="Euclid" panose="02020503060505020303" pitchFamily="18" charset="0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E9AED389-8DC3-44C3-9CFA-7AF58B1AAD9E}"/>
              </a:ext>
            </a:extLst>
          </p:cNvPr>
          <p:cNvSpPr txBox="1"/>
          <p:nvPr/>
        </p:nvSpPr>
        <p:spPr>
          <a:xfrm>
            <a:off x="6004773" y="5313254"/>
            <a:ext cx="1064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l-GR" altLang="zh-CN" sz="1600" i="1" dirty="0">
                <a:latin typeface="Euclid" panose="02020503060505020303" pitchFamily="18" charset="0"/>
              </a:rPr>
              <a:t>ε</a:t>
            </a:r>
            <a:r>
              <a:rPr lang="en-US" altLang="zh-CN" sz="1600" i="1" dirty="0">
                <a:latin typeface="Euclid" panose="02020503060505020303" pitchFamily="18" charset="0"/>
              </a:rPr>
              <a:t>a</a:t>
            </a:r>
            <a:r>
              <a:rPr lang="en-US" altLang="zh-CN" sz="1600" dirty="0">
                <a:latin typeface="Euclid" panose="02020503060505020303" pitchFamily="18" charset="0"/>
              </a:rPr>
              <a:t>, [1,2))</a:t>
            </a:r>
            <a:endParaRPr lang="zh-CN" altLang="en-US" sz="1600" dirty="0">
              <a:latin typeface="Euclid" panose="02020503060505020303" pitchFamily="18" charset="0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A04290FE-6369-4466-ABDA-76D8B5352E14}"/>
              </a:ext>
            </a:extLst>
          </p:cNvPr>
          <p:cNvSpPr txBox="1"/>
          <p:nvPr/>
        </p:nvSpPr>
        <p:spPr>
          <a:xfrm>
            <a:off x="7430543" y="4609209"/>
            <a:ext cx="10615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 err="1">
                <a:latin typeface="Euclid" panose="02020503060505020303" pitchFamily="18" charset="0"/>
              </a:rPr>
              <a:t>gb</a:t>
            </a:r>
            <a:r>
              <a:rPr lang="en-US" altLang="zh-CN" sz="1600" dirty="0">
                <a:latin typeface="Euclid" panose="02020503060505020303" pitchFamily="18" charset="0"/>
              </a:rPr>
              <a:t>, [1,2))</a:t>
            </a:r>
            <a:endParaRPr lang="zh-CN" altLang="en-US" sz="1600" dirty="0">
              <a:latin typeface="Euclid" panose="02020503060505020303" pitchFamily="18" charset="0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510FB5C5-AD49-4B99-BDE9-FD88890644CD}"/>
              </a:ext>
            </a:extLst>
          </p:cNvPr>
          <p:cNvSpPr txBox="1"/>
          <p:nvPr/>
        </p:nvSpPr>
        <p:spPr>
          <a:xfrm>
            <a:off x="7755447" y="3889321"/>
            <a:ext cx="1172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 err="1">
                <a:latin typeface="Euclid" panose="02020503060505020303" pitchFamily="18" charset="0"/>
              </a:rPr>
              <a:t>ggu</a:t>
            </a:r>
            <a:r>
              <a:rPr lang="en-US" altLang="zh-CN" sz="1600" dirty="0">
                <a:latin typeface="Euclid" panose="02020503060505020303" pitchFamily="18" charset="0"/>
              </a:rPr>
              <a:t>, [1,2))</a:t>
            </a:r>
            <a:endParaRPr lang="zh-CN" altLang="en-US" sz="1600" dirty="0">
              <a:latin typeface="Euclid" panose="02020503060505020303" pitchFamily="18" charset="0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67A8D910-1CA7-4C78-9B5A-3C3F68B5F751}"/>
              </a:ext>
            </a:extLst>
          </p:cNvPr>
          <p:cNvSpPr txBox="1"/>
          <p:nvPr/>
        </p:nvSpPr>
        <p:spPr>
          <a:xfrm>
            <a:off x="7055661" y="3029672"/>
            <a:ext cx="11657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l-GR" altLang="zh-CN" sz="1600" i="1" dirty="0">
                <a:latin typeface="Euclid" panose="02020503060505020303" pitchFamily="18" charset="0"/>
              </a:rPr>
              <a:t>ε</a:t>
            </a:r>
            <a:r>
              <a:rPr lang="en-US" altLang="zh-CN" sz="1600" i="1" dirty="0" err="1">
                <a:latin typeface="Euclid" panose="02020503060505020303" pitchFamily="18" charset="0"/>
              </a:rPr>
              <a:t>gu</a:t>
            </a:r>
            <a:r>
              <a:rPr lang="en-US" altLang="zh-CN" sz="1600" dirty="0">
                <a:latin typeface="Euclid" panose="02020503060505020303" pitchFamily="18" charset="0"/>
              </a:rPr>
              <a:t>, [1,2))</a:t>
            </a:r>
            <a:endParaRPr lang="zh-CN" altLang="en-US" sz="1600" dirty="0">
              <a:latin typeface="Euclid" panose="02020503060505020303" pitchFamily="18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260E1107-6BD9-42B9-B9CD-10706DBE16D7}"/>
              </a:ext>
            </a:extLst>
          </p:cNvPr>
          <p:cNvSpPr txBox="1"/>
          <p:nvPr/>
        </p:nvSpPr>
        <p:spPr>
          <a:xfrm>
            <a:off x="6909740" y="2341258"/>
            <a:ext cx="10615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>
                <a:latin typeface="Euclid" panose="02020503060505020303" pitchFamily="18" charset="0"/>
              </a:rPr>
              <a:t>gg</a:t>
            </a:r>
            <a:r>
              <a:rPr lang="en-US" altLang="zh-CN" sz="1600" dirty="0">
                <a:latin typeface="Euclid" panose="02020503060505020303" pitchFamily="18" charset="0"/>
              </a:rPr>
              <a:t>, [1,2))</a:t>
            </a:r>
            <a:endParaRPr lang="zh-CN" altLang="en-US" sz="1600" dirty="0">
              <a:latin typeface="Euclid" panose="02020503060505020303" pitchFamily="18" charset="0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83BCFE94-5051-4FB4-83FB-2DCB2F69FF1F}"/>
              </a:ext>
            </a:extLst>
          </p:cNvPr>
          <p:cNvSpPr txBox="1"/>
          <p:nvPr/>
        </p:nvSpPr>
        <p:spPr>
          <a:xfrm>
            <a:off x="1697373" y="2804122"/>
            <a:ext cx="652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Euclid" panose="02020503060505020303" pitchFamily="18" charset="0"/>
              </a:rPr>
              <a:t>[1,2)</a:t>
            </a:r>
            <a:endParaRPr lang="zh-CN" altLang="en-US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B6E628B9-60CD-4D37-96F8-F5BAD10DDEAC}"/>
              </a:ext>
            </a:extLst>
          </p:cNvPr>
          <p:cNvSpPr txBox="1"/>
          <p:nvPr/>
        </p:nvSpPr>
        <p:spPr>
          <a:xfrm>
            <a:off x="1713084" y="3750790"/>
            <a:ext cx="652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Euclid" panose="02020503060505020303" pitchFamily="18" charset="0"/>
              </a:rPr>
              <a:t>[1,2)</a:t>
            </a:r>
            <a:endParaRPr lang="zh-CN" altLang="en-US" dirty="0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7C1824D-FABF-4BBB-B323-46E01ABDC33D}"/>
              </a:ext>
            </a:extLst>
          </p:cNvPr>
          <p:cNvSpPr txBox="1"/>
          <p:nvPr/>
        </p:nvSpPr>
        <p:spPr>
          <a:xfrm>
            <a:off x="3335894" y="3871414"/>
            <a:ext cx="652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Euclid" panose="02020503060505020303" pitchFamily="18" charset="0"/>
              </a:rPr>
              <a:t>[2,3)</a:t>
            </a:r>
            <a:endParaRPr lang="zh-CN" altLang="en-US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4F120490-BE68-4A24-AAB1-EC34E3965A92}"/>
              </a:ext>
            </a:extLst>
          </p:cNvPr>
          <p:cNvSpPr txBox="1"/>
          <p:nvPr/>
        </p:nvSpPr>
        <p:spPr>
          <a:xfrm>
            <a:off x="1057295" y="1533465"/>
            <a:ext cx="652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Euclid" panose="02020503060505020303" pitchFamily="18" charset="0"/>
              </a:rPr>
              <a:t>[2,4)</a:t>
            </a:r>
            <a:endParaRPr lang="zh-CN" altLang="en-US" dirty="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4A3C6B7-1997-4D51-8544-CBE13FC7071B}"/>
              </a:ext>
            </a:extLst>
          </p:cNvPr>
          <p:cNvSpPr txBox="1"/>
          <p:nvPr/>
        </p:nvSpPr>
        <p:spPr>
          <a:xfrm>
            <a:off x="3053883" y="2084347"/>
            <a:ext cx="652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Euclid" panose="02020503060505020303" pitchFamily="18" charset="0"/>
              </a:rPr>
              <a:t>[1,2)</a:t>
            </a:r>
            <a:endParaRPr lang="zh-CN" altLang="en-US" dirty="0"/>
          </a:p>
        </p:txBody>
      </p: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C1D03E13-A9DE-4023-A80C-EFE2B0D56035}"/>
              </a:ext>
            </a:extLst>
          </p:cNvPr>
          <p:cNvCxnSpPr>
            <a:cxnSpLocks/>
          </p:cNvCxnSpPr>
          <p:nvPr/>
        </p:nvCxnSpPr>
        <p:spPr>
          <a:xfrm flipH="1">
            <a:off x="7408866" y="3142673"/>
            <a:ext cx="1070631" cy="392510"/>
          </a:xfrm>
          <a:prstGeom prst="straightConnector1">
            <a:avLst/>
          </a:prstGeom>
          <a:ln w="44450">
            <a:solidFill>
              <a:srgbClr val="548235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5F435488-EE8E-4D10-BF14-E38A475340F2}"/>
              </a:ext>
            </a:extLst>
          </p:cNvPr>
          <p:cNvCxnSpPr>
            <a:cxnSpLocks/>
          </p:cNvCxnSpPr>
          <p:nvPr/>
        </p:nvCxnSpPr>
        <p:spPr>
          <a:xfrm flipV="1">
            <a:off x="7407790" y="3261044"/>
            <a:ext cx="1271269" cy="503317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文本框 127">
            <a:extLst>
              <a:ext uri="{FF2B5EF4-FFF2-40B4-BE49-F238E27FC236}">
                <a16:creationId xmlns:a16="http://schemas.microsoft.com/office/drawing/2014/main" id="{4D55DC14-7CB5-460D-B765-B65F02172BCF}"/>
              </a:ext>
            </a:extLst>
          </p:cNvPr>
          <p:cNvSpPr txBox="1"/>
          <p:nvPr/>
        </p:nvSpPr>
        <p:spPr>
          <a:xfrm>
            <a:off x="7405633" y="3608095"/>
            <a:ext cx="1064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l-GR" altLang="zh-CN" sz="1600" i="1" dirty="0">
                <a:latin typeface="Euclid" panose="02020503060505020303" pitchFamily="18" charset="0"/>
              </a:rPr>
              <a:t>ε</a:t>
            </a:r>
            <a:r>
              <a:rPr lang="en-US" altLang="zh-CN" sz="1600" i="1" dirty="0">
                <a:latin typeface="Euclid" panose="02020503060505020303" pitchFamily="18" charset="0"/>
              </a:rPr>
              <a:t>b</a:t>
            </a:r>
            <a:r>
              <a:rPr lang="en-US" altLang="zh-CN" sz="1600" dirty="0">
                <a:latin typeface="Euclid" panose="02020503060505020303" pitchFamily="18" charset="0"/>
              </a:rPr>
              <a:t>, [1,2))</a:t>
            </a:r>
            <a:endParaRPr lang="zh-CN" altLang="en-US" sz="1600" dirty="0">
              <a:latin typeface="Euclid" panose="02020503060505020303" pitchFamily="18" charset="0"/>
            </a:endParaRP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D08771A6-03B4-4F07-9072-5F35655E622B}"/>
              </a:ext>
            </a:extLst>
          </p:cNvPr>
          <p:cNvSpPr txBox="1"/>
          <p:nvPr/>
        </p:nvSpPr>
        <p:spPr>
          <a:xfrm>
            <a:off x="932419" y="5007685"/>
            <a:ext cx="10874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Euclid" panose="02020503060505020303" pitchFamily="18" charset="0"/>
              </a:rPr>
              <a:t>g: go</a:t>
            </a:r>
          </a:p>
          <a:p>
            <a:r>
              <a:rPr lang="en-US" altLang="zh-CN" sz="2400" i="1" dirty="0">
                <a:latin typeface="Euclid" panose="02020503060505020303" pitchFamily="18" charset="0"/>
              </a:rPr>
              <a:t>b: back</a:t>
            </a:r>
          </a:p>
          <a:p>
            <a:r>
              <a:rPr lang="el-GR" altLang="zh-CN" sz="2400" i="1" dirty="0">
                <a:latin typeface="Euclid" panose="02020503060505020303" pitchFamily="18" charset="0"/>
              </a:rPr>
              <a:t>ε</a:t>
            </a:r>
            <a:r>
              <a:rPr lang="en-US" altLang="zh-CN" sz="2400" i="1" dirty="0">
                <a:latin typeface="Euclid" panose="02020503060505020303" pitchFamily="18" charset="0"/>
              </a:rPr>
              <a:t>: hold</a:t>
            </a:r>
            <a:endParaRPr lang="zh-CN" altLang="en-US" sz="2400" dirty="0">
              <a:latin typeface="Euclid" panose="0202050306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864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10D986D7-744F-443C-BB4C-E9E1BFCD3C50}"/>
              </a:ext>
            </a:extLst>
          </p:cNvPr>
          <p:cNvSpPr/>
          <p:nvPr/>
        </p:nvSpPr>
        <p:spPr>
          <a:xfrm>
            <a:off x="4571377" y="2661565"/>
            <a:ext cx="845580" cy="572010"/>
          </a:xfrm>
          <a:prstGeom prst="roundRect">
            <a:avLst/>
          </a:prstGeom>
          <a:noFill/>
          <a:ln w="127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1,1</a:t>
            </a:r>
            <a:endParaRPr lang="zh-CN" altLang="en-US" sz="24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68F9B307-042E-4AC7-911A-7B59AA60EA37}"/>
              </a:ext>
            </a:extLst>
          </p:cNvPr>
          <p:cNvSpPr/>
          <p:nvPr/>
        </p:nvSpPr>
        <p:spPr>
          <a:xfrm>
            <a:off x="6522486" y="3365542"/>
            <a:ext cx="845580" cy="572010"/>
          </a:xfrm>
          <a:prstGeom prst="roundRect">
            <a:avLst/>
          </a:prstGeom>
          <a:noFill/>
          <a:ln w="60325" cmpd="dbl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2400" dirty="0">
                <a:solidFill>
                  <a:srgbClr val="FF5050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2,1</a:t>
            </a:r>
            <a:endParaRPr lang="zh-CN" altLang="en-US" sz="2400" dirty="0">
              <a:solidFill>
                <a:srgbClr val="FF5050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E254B771-E971-4273-A8A9-00A294D42383}"/>
              </a:ext>
            </a:extLst>
          </p:cNvPr>
          <p:cNvSpPr/>
          <p:nvPr/>
        </p:nvSpPr>
        <p:spPr>
          <a:xfrm>
            <a:off x="6520915" y="4525247"/>
            <a:ext cx="845580" cy="57201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3,1</a:t>
            </a:r>
            <a:endParaRPr lang="zh-CN" altLang="en-US" sz="24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A8846225-78B1-42E3-AF0F-AFC08BBC43EF}"/>
              </a:ext>
            </a:extLst>
          </p:cNvPr>
          <p:cNvSpPr/>
          <p:nvPr/>
        </p:nvSpPr>
        <p:spPr>
          <a:xfrm>
            <a:off x="6520915" y="1286854"/>
            <a:ext cx="845580" cy="572010"/>
          </a:xfrm>
          <a:prstGeom prst="roundRect">
            <a:avLst/>
          </a:prstGeom>
          <a:noFill/>
          <a:ln w="60325" cmpd="dbl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2400" dirty="0">
                <a:solidFill>
                  <a:srgbClr val="FF5050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1,2</a:t>
            </a:r>
            <a:endParaRPr lang="zh-CN" altLang="en-US" sz="2400" dirty="0">
              <a:solidFill>
                <a:srgbClr val="FF5050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94D0A83C-D5E6-48D9-ABAC-D528CA64BF6C}"/>
              </a:ext>
            </a:extLst>
          </p:cNvPr>
          <p:cNvSpPr/>
          <p:nvPr/>
        </p:nvSpPr>
        <p:spPr>
          <a:xfrm>
            <a:off x="8470348" y="2670106"/>
            <a:ext cx="845580" cy="572010"/>
          </a:xfrm>
          <a:prstGeom prst="roundRect">
            <a:avLst/>
          </a:prstGeom>
          <a:noFill/>
          <a:ln w="127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2,2</a:t>
            </a:r>
            <a:endParaRPr lang="zh-CN" altLang="en-US" sz="24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08848608-FC94-4DD7-959D-179EA18495A4}"/>
              </a:ext>
            </a:extLst>
          </p:cNvPr>
          <p:cNvSpPr/>
          <p:nvPr/>
        </p:nvSpPr>
        <p:spPr>
          <a:xfrm>
            <a:off x="7363761" y="5729907"/>
            <a:ext cx="845580" cy="572010"/>
          </a:xfrm>
          <a:prstGeom prst="roundRect">
            <a:avLst/>
          </a:prstGeom>
          <a:noFill/>
          <a:ln w="60325" cmpd="dbl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2400" dirty="0">
                <a:solidFill>
                  <a:srgbClr val="FF5050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3,2</a:t>
            </a:r>
            <a:endParaRPr lang="zh-CN" altLang="en-US" sz="2400" dirty="0">
              <a:solidFill>
                <a:srgbClr val="FF5050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8711EE65-407A-48D6-A68E-E4C447E2E18B}"/>
              </a:ext>
            </a:extLst>
          </p:cNvPr>
          <p:cNvSpPr/>
          <p:nvPr/>
        </p:nvSpPr>
        <p:spPr>
          <a:xfrm>
            <a:off x="8470348" y="1278242"/>
            <a:ext cx="845580" cy="57201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1,4</a:t>
            </a:r>
            <a:endParaRPr lang="zh-CN" altLang="en-US" sz="24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D859B76D-7671-43C0-AA73-EEBABE38FB29}"/>
              </a:ext>
            </a:extLst>
          </p:cNvPr>
          <p:cNvSpPr/>
          <p:nvPr/>
        </p:nvSpPr>
        <p:spPr>
          <a:xfrm>
            <a:off x="10726680" y="1280082"/>
            <a:ext cx="845580" cy="572010"/>
          </a:xfrm>
          <a:prstGeom prst="roundRect">
            <a:avLst/>
          </a:prstGeom>
          <a:noFill/>
          <a:ln w="60325" cmpd="dbl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2400" dirty="0">
                <a:solidFill>
                  <a:srgbClr val="FF5050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2,4</a:t>
            </a:r>
            <a:endParaRPr lang="zh-CN" altLang="en-US" sz="2400" dirty="0">
              <a:solidFill>
                <a:srgbClr val="FF5050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371B7ED6-F0B5-436A-A38E-640B5030974B}"/>
              </a:ext>
            </a:extLst>
          </p:cNvPr>
          <p:cNvSpPr/>
          <p:nvPr/>
        </p:nvSpPr>
        <p:spPr>
          <a:xfrm>
            <a:off x="9634281" y="5729907"/>
            <a:ext cx="845580" cy="57201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3,4</a:t>
            </a:r>
            <a:endParaRPr lang="zh-CN" altLang="en-US" sz="24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C9B64F00-931B-490D-AD3D-23099ED960C1}"/>
              </a:ext>
            </a:extLst>
          </p:cNvPr>
          <p:cNvCxnSpPr>
            <a:cxnSpLocks/>
          </p:cNvCxnSpPr>
          <p:nvPr/>
        </p:nvCxnSpPr>
        <p:spPr>
          <a:xfrm>
            <a:off x="8869141" y="794209"/>
            <a:ext cx="0" cy="478878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3987B82C-278C-47D1-BD9B-172DA6E81214}"/>
              </a:ext>
            </a:extLst>
          </p:cNvPr>
          <p:cNvSpPr txBox="1"/>
          <p:nvPr/>
        </p:nvSpPr>
        <p:spPr>
          <a:xfrm>
            <a:off x="7424822" y="1093716"/>
            <a:ext cx="10550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l-GR" altLang="zh-CN" sz="1600" i="1" dirty="0">
                <a:latin typeface="Euclid" panose="02020503060505020303" pitchFamily="18" charset="0"/>
              </a:rPr>
              <a:t>ε</a:t>
            </a:r>
            <a:r>
              <a:rPr lang="en-US" altLang="zh-CN" sz="1600" i="1" dirty="0">
                <a:latin typeface="Euclid" panose="02020503060505020303" pitchFamily="18" charset="0"/>
              </a:rPr>
              <a:t>g</a:t>
            </a:r>
            <a:r>
              <a:rPr lang="en-US" altLang="zh-CN" sz="1600" dirty="0">
                <a:latin typeface="Euclid" panose="02020503060505020303" pitchFamily="18" charset="0"/>
              </a:rPr>
              <a:t>, [2,3))</a:t>
            </a: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757826E5-1B55-4ED1-82DC-781A1A546B21}"/>
              </a:ext>
            </a:extLst>
          </p:cNvPr>
          <p:cNvCxnSpPr>
            <a:cxnSpLocks/>
            <a:stCxn id="58" idx="1"/>
            <a:endCxn id="55" idx="3"/>
          </p:cNvCxnSpPr>
          <p:nvPr/>
        </p:nvCxnSpPr>
        <p:spPr>
          <a:xfrm flipH="1">
            <a:off x="7366495" y="1564247"/>
            <a:ext cx="1103853" cy="8612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81D1A1E2-9159-49A3-A441-403585EA2D76}"/>
              </a:ext>
            </a:extLst>
          </p:cNvPr>
          <p:cNvCxnSpPr>
            <a:cxnSpLocks/>
            <a:stCxn id="58" idx="3"/>
            <a:endCxn id="59" idx="1"/>
          </p:cNvCxnSpPr>
          <p:nvPr/>
        </p:nvCxnSpPr>
        <p:spPr>
          <a:xfrm>
            <a:off x="9315928" y="1564247"/>
            <a:ext cx="1410752" cy="1840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2A281634-D124-4861-91BB-16388BD1CD1A}"/>
              </a:ext>
            </a:extLst>
          </p:cNvPr>
          <p:cNvCxnSpPr>
            <a:cxnSpLocks/>
            <a:stCxn id="58" idx="2"/>
            <a:endCxn id="56" idx="0"/>
          </p:cNvCxnSpPr>
          <p:nvPr/>
        </p:nvCxnSpPr>
        <p:spPr>
          <a:xfrm>
            <a:off x="8893138" y="1850252"/>
            <a:ext cx="0" cy="819854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9564D210-6321-49E9-BF94-D08CE0BB3FE6}"/>
              </a:ext>
            </a:extLst>
          </p:cNvPr>
          <p:cNvCxnSpPr>
            <a:cxnSpLocks/>
            <a:stCxn id="55" idx="2"/>
            <a:endCxn id="100" idx="0"/>
          </p:cNvCxnSpPr>
          <p:nvPr/>
        </p:nvCxnSpPr>
        <p:spPr>
          <a:xfrm>
            <a:off x="6943705" y="1858864"/>
            <a:ext cx="1571" cy="1506678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233AA55C-2CEA-4C0A-A2CD-55F95EB82D77}"/>
              </a:ext>
            </a:extLst>
          </p:cNvPr>
          <p:cNvCxnSpPr>
            <a:cxnSpLocks/>
            <a:stCxn id="55" idx="2"/>
            <a:endCxn id="56" idx="0"/>
          </p:cNvCxnSpPr>
          <p:nvPr/>
        </p:nvCxnSpPr>
        <p:spPr>
          <a:xfrm>
            <a:off x="6943705" y="1858864"/>
            <a:ext cx="1949433" cy="811242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5F4EF853-76E6-4D7C-9423-71A2AFB1DC8D}"/>
              </a:ext>
            </a:extLst>
          </p:cNvPr>
          <p:cNvCxnSpPr>
            <a:cxnSpLocks/>
            <a:endCxn id="94" idx="0"/>
          </p:cNvCxnSpPr>
          <p:nvPr/>
        </p:nvCxnSpPr>
        <p:spPr>
          <a:xfrm flipH="1">
            <a:off x="4994167" y="1858779"/>
            <a:ext cx="1915573" cy="802786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E1F88012-BA0F-4948-9F50-3E76F2E9175F}"/>
              </a:ext>
            </a:extLst>
          </p:cNvPr>
          <p:cNvCxnSpPr>
            <a:cxnSpLocks/>
            <a:stCxn id="94" idx="3"/>
            <a:endCxn id="100" idx="1"/>
          </p:cNvCxnSpPr>
          <p:nvPr/>
        </p:nvCxnSpPr>
        <p:spPr>
          <a:xfrm>
            <a:off x="5416957" y="2947570"/>
            <a:ext cx="1105529" cy="703977"/>
          </a:xfrm>
          <a:prstGeom prst="straightConnector1">
            <a:avLst/>
          </a:prstGeom>
          <a:ln w="4445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F5BD4925-5339-406D-BFDB-561AD2397414}"/>
              </a:ext>
            </a:extLst>
          </p:cNvPr>
          <p:cNvCxnSpPr>
            <a:cxnSpLocks/>
            <a:stCxn id="100" idx="2"/>
            <a:endCxn id="52" idx="0"/>
          </p:cNvCxnSpPr>
          <p:nvPr/>
        </p:nvCxnSpPr>
        <p:spPr>
          <a:xfrm flipH="1">
            <a:off x="6943705" y="3937552"/>
            <a:ext cx="1571" cy="587695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39048827-FB22-45D6-BBB4-C09FEEA1F0D6}"/>
              </a:ext>
            </a:extLst>
          </p:cNvPr>
          <p:cNvCxnSpPr>
            <a:cxnSpLocks/>
            <a:stCxn id="52" idx="2"/>
          </p:cNvCxnSpPr>
          <p:nvPr/>
        </p:nvCxnSpPr>
        <p:spPr>
          <a:xfrm>
            <a:off x="6943705" y="5097257"/>
            <a:ext cx="420056" cy="709183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EF17C225-07D0-4566-B59E-9DC2EB24EA61}"/>
              </a:ext>
            </a:extLst>
          </p:cNvPr>
          <p:cNvCxnSpPr>
            <a:cxnSpLocks/>
            <a:stCxn id="57" idx="3"/>
            <a:endCxn id="60" idx="1"/>
          </p:cNvCxnSpPr>
          <p:nvPr/>
        </p:nvCxnSpPr>
        <p:spPr>
          <a:xfrm>
            <a:off x="8209341" y="6015912"/>
            <a:ext cx="1424940" cy="0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箭头连接符 141">
            <a:extLst>
              <a:ext uri="{FF2B5EF4-FFF2-40B4-BE49-F238E27FC236}">
                <a16:creationId xmlns:a16="http://schemas.microsoft.com/office/drawing/2014/main" id="{6DE72102-8C38-491F-AF6E-2DA3D81CB81B}"/>
              </a:ext>
            </a:extLst>
          </p:cNvPr>
          <p:cNvCxnSpPr>
            <a:cxnSpLocks/>
            <a:stCxn id="59" idx="2"/>
            <a:endCxn id="60" idx="0"/>
          </p:cNvCxnSpPr>
          <p:nvPr/>
        </p:nvCxnSpPr>
        <p:spPr>
          <a:xfrm flipH="1">
            <a:off x="10057071" y="1852092"/>
            <a:ext cx="1092399" cy="3877815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5E82431B-D268-495D-9E93-E29EBE213864}"/>
              </a:ext>
            </a:extLst>
          </p:cNvPr>
          <p:cNvCxnSpPr>
            <a:cxnSpLocks/>
            <a:stCxn id="56" idx="2"/>
          </p:cNvCxnSpPr>
          <p:nvPr/>
        </p:nvCxnSpPr>
        <p:spPr>
          <a:xfrm flipH="1">
            <a:off x="8120376" y="3242116"/>
            <a:ext cx="772762" cy="2487791"/>
          </a:xfrm>
          <a:prstGeom prst="straightConnector1">
            <a:avLst/>
          </a:prstGeom>
          <a:ln w="4445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73ED213B-2B35-4BB3-9E16-6E6A4835C7A6}"/>
              </a:ext>
            </a:extLst>
          </p:cNvPr>
          <p:cNvCxnSpPr>
            <a:cxnSpLocks/>
            <a:stCxn id="56" idx="2"/>
            <a:endCxn id="52" idx="0"/>
          </p:cNvCxnSpPr>
          <p:nvPr/>
        </p:nvCxnSpPr>
        <p:spPr>
          <a:xfrm flipH="1">
            <a:off x="6943705" y="3242116"/>
            <a:ext cx="1949433" cy="1283131"/>
          </a:xfrm>
          <a:prstGeom prst="straightConnector1">
            <a:avLst/>
          </a:prstGeom>
          <a:ln w="4445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椭圆 146">
            <a:extLst>
              <a:ext uri="{FF2B5EF4-FFF2-40B4-BE49-F238E27FC236}">
                <a16:creationId xmlns:a16="http://schemas.microsoft.com/office/drawing/2014/main" id="{99C6980A-531F-40F7-A4BD-2616593F28C3}"/>
              </a:ext>
            </a:extLst>
          </p:cNvPr>
          <p:cNvSpPr/>
          <p:nvPr/>
        </p:nvSpPr>
        <p:spPr>
          <a:xfrm>
            <a:off x="988326" y="2404643"/>
            <a:ext cx="638736" cy="6387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36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1</a:t>
            </a:r>
            <a:endParaRPr lang="zh-CN" altLang="en-US" sz="36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59A96B72-5E3D-4B9C-ACB9-27B5258E8B06}"/>
              </a:ext>
            </a:extLst>
          </p:cNvPr>
          <p:cNvSpPr/>
          <p:nvPr/>
        </p:nvSpPr>
        <p:spPr>
          <a:xfrm>
            <a:off x="2446453" y="2404643"/>
            <a:ext cx="638736" cy="6387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36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2</a:t>
            </a:r>
            <a:endParaRPr lang="zh-CN" altLang="en-US" sz="36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FDD73DED-C121-4665-82AD-517A8AD342F6}"/>
              </a:ext>
            </a:extLst>
          </p:cNvPr>
          <p:cNvSpPr/>
          <p:nvPr/>
        </p:nvSpPr>
        <p:spPr>
          <a:xfrm>
            <a:off x="2446453" y="1286854"/>
            <a:ext cx="638736" cy="6387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36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3</a:t>
            </a:r>
            <a:endParaRPr lang="zh-CN" altLang="en-US" sz="36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FC8004E4-0EDC-4D2E-862C-B157061AC61E}"/>
              </a:ext>
            </a:extLst>
          </p:cNvPr>
          <p:cNvCxnSpPr>
            <a:stCxn id="147" idx="6"/>
            <a:endCxn id="148" idx="2"/>
          </p:cNvCxnSpPr>
          <p:nvPr/>
        </p:nvCxnSpPr>
        <p:spPr>
          <a:xfrm>
            <a:off x="1627063" y="2724011"/>
            <a:ext cx="819391" cy="0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E81D6348-5DB4-4DE6-B77E-CB210EE4EF57}"/>
              </a:ext>
            </a:extLst>
          </p:cNvPr>
          <p:cNvCxnSpPr>
            <a:cxnSpLocks/>
            <a:stCxn id="148" idx="0"/>
            <a:endCxn id="149" idx="4"/>
          </p:cNvCxnSpPr>
          <p:nvPr/>
        </p:nvCxnSpPr>
        <p:spPr>
          <a:xfrm flipV="1">
            <a:off x="2765822" y="1925590"/>
            <a:ext cx="0" cy="479052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文本框 151">
            <a:extLst>
              <a:ext uri="{FF2B5EF4-FFF2-40B4-BE49-F238E27FC236}">
                <a16:creationId xmlns:a16="http://schemas.microsoft.com/office/drawing/2014/main" id="{689AAE71-D593-4676-947D-F76C5DDE64A1}"/>
              </a:ext>
            </a:extLst>
          </p:cNvPr>
          <p:cNvSpPr txBox="1"/>
          <p:nvPr/>
        </p:nvSpPr>
        <p:spPr>
          <a:xfrm>
            <a:off x="1775826" y="2335104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Euclid" panose="02020503060505020303" pitchFamily="18" charset="0"/>
              </a:rPr>
              <a:t>g</a:t>
            </a:r>
            <a:endParaRPr lang="zh-CN" altLang="en-US" sz="2400" dirty="0">
              <a:latin typeface="Euclid" panose="02020503060505020303" pitchFamily="18" charset="0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E0304562-3C46-4561-923C-B3FBD25FA221}"/>
              </a:ext>
            </a:extLst>
          </p:cNvPr>
          <p:cNvSpPr txBox="1"/>
          <p:nvPr/>
        </p:nvSpPr>
        <p:spPr>
          <a:xfrm>
            <a:off x="2806054" y="2020767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Euclid" panose="02020503060505020303" pitchFamily="18" charset="0"/>
              </a:rPr>
              <a:t>g</a:t>
            </a:r>
            <a:endParaRPr lang="zh-CN" altLang="en-US" sz="2400" dirty="0">
              <a:latin typeface="Euclid" panose="02020503060505020303" pitchFamily="18" charset="0"/>
            </a:endParaRPr>
          </a:p>
        </p:txBody>
      </p:sp>
      <p:sp>
        <p:nvSpPr>
          <p:cNvPr id="154" name="椭圆 153">
            <a:extLst>
              <a:ext uri="{FF2B5EF4-FFF2-40B4-BE49-F238E27FC236}">
                <a16:creationId xmlns:a16="http://schemas.microsoft.com/office/drawing/2014/main" id="{65769636-5B4B-4C4E-A7ED-52CE0700E1BF}"/>
              </a:ext>
            </a:extLst>
          </p:cNvPr>
          <p:cNvSpPr/>
          <p:nvPr/>
        </p:nvSpPr>
        <p:spPr>
          <a:xfrm>
            <a:off x="1019806" y="3362747"/>
            <a:ext cx="638736" cy="6387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36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1</a:t>
            </a:r>
            <a:endParaRPr lang="zh-CN" altLang="en-US" sz="36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155" name="椭圆 154">
            <a:extLst>
              <a:ext uri="{FF2B5EF4-FFF2-40B4-BE49-F238E27FC236}">
                <a16:creationId xmlns:a16="http://schemas.microsoft.com/office/drawing/2014/main" id="{F667C5E0-3DC2-4569-A744-89409EABBFA1}"/>
              </a:ext>
            </a:extLst>
          </p:cNvPr>
          <p:cNvSpPr/>
          <p:nvPr/>
        </p:nvSpPr>
        <p:spPr>
          <a:xfrm>
            <a:off x="2477933" y="3362747"/>
            <a:ext cx="638736" cy="6387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36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2</a:t>
            </a:r>
            <a:endParaRPr lang="zh-CN" altLang="en-US" sz="36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sp>
        <p:nvSpPr>
          <p:cNvPr id="156" name="椭圆 155">
            <a:extLst>
              <a:ext uri="{FF2B5EF4-FFF2-40B4-BE49-F238E27FC236}">
                <a16:creationId xmlns:a16="http://schemas.microsoft.com/office/drawing/2014/main" id="{F4551395-1EB4-48EC-994C-7E1D1AC5E5F8}"/>
              </a:ext>
            </a:extLst>
          </p:cNvPr>
          <p:cNvSpPr/>
          <p:nvPr/>
        </p:nvSpPr>
        <p:spPr>
          <a:xfrm>
            <a:off x="3486378" y="4539324"/>
            <a:ext cx="638736" cy="6387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3600" dirty="0">
                <a:solidFill>
                  <a:schemeClr val="tx1"/>
                </a:solidFill>
                <a:latin typeface="Euclid" panose="02020503060505020303" pitchFamily="18" charset="0"/>
                <a:ea typeface="TeX Gyre Bonum Math" panose="02000503000000000000" pitchFamily="50" charset="0"/>
                <a:cs typeface="TeX Gyre Bonum Math" panose="02000503000000000000" pitchFamily="50" charset="0"/>
              </a:rPr>
              <a:t>4</a:t>
            </a:r>
            <a:endParaRPr lang="zh-CN" altLang="en-US" sz="3600" dirty="0">
              <a:solidFill>
                <a:schemeClr val="tx1"/>
              </a:solidFill>
              <a:latin typeface="Euclid" panose="02020503060505020303" pitchFamily="18" charset="0"/>
              <a:cs typeface="TeX Gyre Bonum Math" panose="02000503000000000000" pitchFamily="50" charset="0"/>
            </a:endParaRPr>
          </a:p>
        </p:txBody>
      </p:sp>
      <p:cxnSp>
        <p:nvCxnSpPr>
          <p:cNvPr id="157" name="直接箭头连接符 156">
            <a:extLst>
              <a:ext uri="{FF2B5EF4-FFF2-40B4-BE49-F238E27FC236}">
                <a16:creationId xmlns:a16="http://schemas.microsoft.com/office/drawing/2014/main" id="{B2BF07FB-92D0-429F-AB93-DD8011CD916A}"/>
              </a:ext>
            </a:extLst>
          </p:cNvPr>
          <p:cNvCxnSpPr>
            <a:stCxn id="154" idx="6"/>
            <a:endCxn id="155" idx="2"/>
          </p:cNvCxnSpPr>
          <p:nvPr/>
        </p:nvCxnSpPr>
        <p:spPr>
          <a:xfrm>
            <a:off x="1658542" y="3682116"/>
            <a:ext cx="819391" cy="0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73F13968-3413-4C99-AA55-C49436E08CD6}"/>
              </a:ext>
            </a:extLst>
          </p:cNvPr>
          <p:cNvCxnSpPr>
            <a:cxnSpLocks/>
            <a:stCxn id="155" idx="5"/>
            <a:endCxn id="156" idx="1"/>
          </p:cNvCxnSpPr>
          <p:nvPr/>
        </p:nvCxnSpPr>
        <p:spPr>
          <a:xfrm>
            <a:off x="3023129" y="3907943"/>
            <a:ext cx="556789" cy="724921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文本框 158">
            <a:extLst>
              <a:ext uri="{FF2B5EF4-FFF2-40B4-BE49-F238E27FC236}">
                <a16:creationId xmlns:a16="http://schemas.microsoft.com/office/drawing/2014/main" id="{50EAE27F-4B4B-4FE7-86CA-33730193F48F}"/>
              </a:ext>
            </a:extLst>
          </p:cNvPr>
          <p:cNvSpPr txBox="1"/>
          <p:nvPr/>
        </p:nvSpPr>
        <p:spPr>
          <a:xfrm>
            <a:off x="1935782" y="3268709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Euclid" panose="02020503060505020303" pitchFamily="18" charset="0"/>
              </a:rPr>
              <a:t>g</a:t>
            </a:r>
            <a:endParaRPr lang="zh-CN" altLang="en-US" sz="2400" dirty="0">
              <a:latin typeface="Euclid" panose="02020503060505020303" pitchFamily="18" charset="0"/>
            </a:endParaRP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695E238A-7C98-4A09-89D8-EF90D8DB2D0B}"/>
              </a:ext>
            </a:extLst>
          </p:cNvPr>
          <p:cNvSpPr txBox="1"/>
          <p:nvPr/>
        </p:nvSpPr>
        <p:spPr>
          <a:xfrm>
            <a:off x="2944828" y="4207728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Euclid" panose="02020503060505020303" pitchFamily="18" charset="0"/>
              </a:rPr>
              <a:t>g</a:t>
            </a:r>
            <a:endParaRPr lang="zh-CN" altLang="en-US" sz="2400" dirty="0">
              <a:latin typeface="Euclid" panose="02020503060505020303" pitchFamily="18" charset="0"/>
            </a:endParaRPr>
          </a:p>
        </p:txBody>
      </p:sp>
      <p:cxnSp>
        <p:nvCxnSpPr>
          <p:cNvPr id="161" name="直接箭头连接符 160">
            <a:extLst>
              <a:ext uri="{FF2B5EF4-FFF2-40B4-BE49-F238E27FC236}">
                <a16:creationId xmlns:a16="http://schemas.microsoft.com/office/drawing/2014/main" id="{B14087AB-1854-47D4-821B-72FFB7D1F2FD}"/>
              </a:ext>
            </a:extLst>
          </p:cNvPr>
          <p:cNvCxnSpPr>
            <a:cxnSpLocks/>
          </p:cNvCxnSpPr>
          <p:nvPr/>
        </p:nvCxnSpPr>
        <p:spPr>
          <a:xfrm>
            <a:off x="704514" y="2724011"/>
            <a:ext cx="310945" cy="0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DD246D77-36A9-44C4-AB4D-69CA1476D455}"/>
              </a:ext>
            </a:extLst>
          </p:cNvPr>
          <p:cNvCxnSpPr>
            <a:cxnSpLocks/>
          </p:cNvCxnSpPr>
          <p:nvPr/>
        </p:nvCxnSpPr>
        <p:spPr>
          <a:xfrm>
            <a:off x="3183721" y="4891791"/>
            <a:ext cx="310945" cy="0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文本框 190">
            <a:extLst>
              <a:ext uri="{FF2B5EF4-FFF2-40B4-BE49-F238E27FC236}">
                <a16:creationId xmlns:a16="http://schemas.microsoft.com/office/drawing/2014/main" id="{BB559128-D9DB-4224-9E02-29007FF17F30}"/>
              </a:ext>
            </a:extLst>
          </p:cNvPr>
          <p:cNvSpPr txBox="1"/>
          <p:nvPr/>
        </p:nvSpPr>
        <p:spPr>
          <a:xfrm>
            <a:off x="5125234" y="1801386"/>
            <a:ext cx="10550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l-GR" altLang="zh-CN" sz="1600" i="1" dirty="0">
                <a:latin typeface="Euclid" panose="02020503060505020303" pitchFamily="18" charset="0"/>
              </a:rPr>
              <a:t>ε</a:t>
            </a:r>
            <a:r>
              <a:rPr lang="en-US" altLang="zh-CN" sz="1600" i="1" dirty="0">
                <a:latin typeface="Euclid" panose="02020503060505020303" pitchFamily="18" charset="0"/>
              </a:rPr>
              <a:t>g</a:t>
            </a:r>
            <a:r>
              <a:rPr lang="en-US" altLang="zh-CN" sz="1600" dirty="0">
                <a:latin typeface="Euclid" panose="02020503060505020303" pitchFamily="18" charset="0"/>
              </a:rPr>
              <a:t>, [1,2))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EB3CF12E-88AB-4907-88AC-47621BDF34C2}"/>
              </a:ext>
            </a:extLst>
          </p:cNvPr>
          <p:cNvSpPr txBox="1"/>
          <p:nvPr/>
        </p:nvSpPr>
        <p:spPr>
          <a:xfrm>
            <a:off x="8931057" y="2014769"/>
            <a:ext cx="10615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>
                <a:latin typeface="Euclid" panose="02020503060505020303" pitchFamily="18" charset="0"/>
              </a:rPr>
              <a:t>gg</a:t>
            </a:r>
            <a:r>
              <a:rPr lang="en-US" altLang="zh-CN" sz="1600" dirty="0">
                <a:latin typeface="Euclid" panose="02020503060505020303" pitchFamily="18" charset="0"/>
              </a:rPr>
              <a:t>, [2,3))</a:t>
            </a:r>
            <a:endParaRPr lang="zh-CN" altLang="en-US" sz="1600" dirty="0">
              <a:latin typeface="Euclid" panose="02020503060505020303" pitchFamily="18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1DC50DEA-2168-405B-878F-8F7C7CCE5207}"/>
              </a:ext>
            </a:extLst>
          </p:cNvPr>
          <p:cNvSpPr txBox="1"/>
          <p:nvPr/>
        </p:nvSpPr>
        <p:spPr>
          <a:xfrm>
            <a:off x="7614885" y="1828061"/>
            <a:ext cx="1064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>
                <a:latin typeface="Euclid" panose="02020503060505020303" pitchFamily="18" charset="0"/>
              </a:rPr>
              <a:t>g</a:t>
            </a:r>
            <a:r>
              <a:rPr lang="el-GR" altLang="zh-CN" sz="1600" i="1" dirty="0">
                <a:latin typeface="Euclid" panose="02020503060505020303" pitchFamily="18" charset="0"/>
              </a:rPr>
              <a:t>ε</a:t>
            </a:r>
            <a:r>
              <a:rPr lang="en-US" altLang="zh-CN" sz="1600" dirty="0">
                <a:latin typeface="Euclid" panose="02020503060505020303" pitchFamily="18" charset="0"/>
              </a:rPr>
              <a:t>, [1,2))</a:t>
            </a:r>
            <a:endParaRPr lang="zh-CN" altLang="en-US" sz="1600" dirty="0">
              <a:latin typeface="Euclid" panose="02020503060505020303" pitchFamily="18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6D01291E-FF21-4008-9D41-E4807055BBD7}"/>
              </a:ext>
            </a:extLst>
          </p:cNvPr>
          <p:cNvSpPr txBox="1"/>
          <p:nvPr/>
        </p:nvSpPr>
        <p:spPr>
          <a:xfrm>
            <a:off x="5354462" y="3453345"/>
            <a:ext cx="11657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>
                <a:latin typeface="Euclid" panose="02020503060505020303" pitchFamily="18" charset="0"/>
              </a:rPr>
              <a:t>g</a:t>
            </a:r>
            <a:r>
              <a:rPr lang="el-GR" altLang="zh-CN" sz="1600" i="1" dirty="0">
                <a:latin typeface="Euclid" panose="02020503060505020303" pitchFamily="18" charset="0"/>
              </a:rPr>
              <a:t>ε</a:t>
            </a:r>
            <a:r>
              <a:rPr lang="en-US" altLang="zh-CN" sz="1600" i="1" dirty="0">
                <a:latin typeface="Euclid" panose="02020503060505020303" pitchFamily="18" charset="0"/>
              </a:rPr>
              <a:t>u</a:t>
            </a:r>
            <a:r>
              <a:rPr lang="en-US" altLang="zh-CN" sz="1600" dirty="0">
                <a:latin typeface="Euclid" panose="02020503060505020303" pitchFamily="18" charset="0"/>
              </a:rPr>
              <a:t>, [1,2))</a:t>
            </a:r>
            <a:endParaRPr lang="zh-CN" altLang="en-US" sz="1600" dirty="0">
              <a:latin typeface="Euclid" panose="02020503060505020303" pitchFamily="18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E0357CA8-E133-4174-BC55-B0969FC8067C}"/>
              </a:ext>
            </a:extLst>
          </p:cNvPr>
          <p:cNvSpPr txBox="1"/>
          <p:nvPr/>
        </p:nvSpPr>
        <p:spPr>
          <a:xfrm>
            <a:off x="9475104" y="1153920"/>
            <a:ext cx="1064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>
                <a:latin typeface="Euclid" panose="02020503060505020303" pitchFamily="18" charset="0"/>
              </a:rPr>
              <a:t>g</a:t>
            </a:r>
            <a:r>
              <a:rPr lang="el-GR" altLang="zh-CN" sz="1600" i="1" dirty="0">
                <a:latin typeface="Euclid" panose="02020503060505020303" pitchFamily="18" charset="0"/>
              </a:rPr>
              <a:t>ε</a:t>
            </a:r>
            <a:r>
              <a:rPr lang="en-US" altLang="zh-CN" sz="1600" dirty="0">
                <a:latin typeface="Euclid" panose="02020503060505020303" pitchFamily="18" charset="0"/>
              </a:rPr>
              <a:t>, [1,2))</a:t>
            </a:r>
            <a:endParaRPr lang="zh-CN" altLang="en-US" sz="1600" dirty="0">
              <a:latin typeface="Euclid" panose="02020503060505020303" pitchFamily="18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40C8458-5562-4F7E-BDAB-E0C9903CE8AB}"/>
              </a:ext>
            </a:extLst>
          </p:cNvPr>
          <p:cNvSpPr txBox="1"/>
          <p:nvPr/>
        </p:nvSpPr>
        <p:spPr>
          <a:xfrm>
            <a:off x="10814187" y="2786453"/>
            <a:ext cx="10550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>
                <a:latin typeface="Euclid" panose="02020503060505020303" pitchFamily="18" charset="0"/>
              </a:rPr>
              <a:t>g</a:t>
            </a:r>
            <a:r>
              <a:rPr lang="el-GR" altLang="zh-CN" sz="1600" i="1" dirty="0">
                <a:latin typeface="Euclid" panose="02020503060505020303" pitchFamily="18" charset="0"/>
              </a:rPr>
              <a:t>ε</a:t>
            </a:r>
            <a:r>
              <a:rPr lang="en-US" altLang="zh-CN" sz="1600" dirty="0">
                <a:latin typeface="Euclid" panose="02020503060505020303" pitchFamily="18" charset="0"/>
              </a:rPr>
              <a:t>, [1,2))</a:t>
            </a:r>
            <a:endParaRPr lang="zh-CN" altLang="en-US" sz="1600" dirty="0">
              <a:latin typeface="Euclid" panose="02020503060505020303" pitchFamily="18" charset="0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B7787D64-7C4F-4E26-9137-46B73C32DA88}"/>
              </a:ext>
            </a:extLst>
          </p:cNvPr>
          <p:cNvSpPr txBox="1"/>
          <p:nvPr/>
        </p:nvSpPr>
        <p:spPr>
          <a:xfrm>
            <a:off x="8393558" y="4824170"/>
            <a:ext cx="11657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>
                <a:latin typeface="Euclid" panose="02020503060505020303" pitchFamily="18" charset="0"/>
              </a:rPr>
              <a:t>g</a:t>
            </a:r>
            <a:r>
              <a:rPr lang="el-GR" altLang="zh-CN" sz="1600" i="1" dirty="0">
                <a:latin typeface="Euclid" panose="02020503060505020303" pitchFamily="18" charset="0"/>
              </a:rPr>
              <a:t>ε</a:t>
            </a:r>
            <a:r>
              <a:rPr lang="en-US" altLang="zh-CN" sz="1600" i="1" dirty="0">
                <a:latin typeface="Euclid" panose="02020503060505020303" pitchFamily="18" charset="0"/>
              </a:rPr>
              <a:t>u</a:t>
            </a:r>
            <a:r>
              <a:rPr lang="en-US" altLang="zh-CN" sz="1600" dirty="0">
                <a:latin typeface="Euclid" panose="02020503060505020303" pitchFamily="18" charset="0"/>
              </a:rPr>
              <a:t>, [1,2))</a:t>
            </a:r>
            <a:endParaRPr lang="zh-CN" altLang="en-US" sz="1600" dirty="0">
              <a:latin typeface="Euclid" panose="02020503060505020303" pitchFamily="18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1C5E8C22-8440-4A53-87C4-DA9D23FF054D}"/>
              </a:ext>
            </a:extLst>
          </p:cNvPr>
          <p:cNvSpPr txBox="1"/>
          <p:nvPr/>
        </p:nvSpPr>
        <p:spPr>
          <a:xfrm>
            <a:off x="1584325" y="1508998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Euclid" panose="02020503060505020303" pitchFamily="18" charset="0"/>
              </a:rPr>
              <a:t>g</a:t>
            </a:r>
            <a:endParaRPr lang="zh-CN" altLang="en-US" sz="2400" dirty="0">
              <a:latin typeface="Euclid" panose="02020503060505020303" pitchFamily="18" charset="0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F65FECBB-8EBE-48EC-94EC-33CC552669B0}"/>
              </a:ext>
            </a:extLst>
          </p:cNvPr>
          <p:cNvSpPr txBox="1"/>
          <p:nvPr/>
        </p:nvSpPr>
        <p:spPr>
          <a:xfrm>
            <a:off x="5945175" y="4007147"/>
            <a:ext cx="10550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>
                <a:latin typeface="Euclid" panose="02020503060505020303" pitchFamily="18" charset="0"/>
              </a:rPr>
              <a:t>g</a:t>
            </a:r>
            <a:r>
              <a:rPr lang="el-GR" altLang="zh-CN" sz="1600" i="1" dirty="0">
                <a:latin typeface="Euclid" panose="02020503060505020303" pitchFamily="18" charset="0"/>
              </a:rPr>
              <a:t>ε</a:t>
            </a:r>
            <a:r>
              <a:rPr lang="en-US" altLang="zh-CN" sz="1600" dirty="0">
                <a:latin typeface="Euclid" panose="02020503060505020303" pitchFamily="18" charset="0"/>
              </a:rPr>
              <a:t>, [1,2))</a:t>
            </a:r>
            <a:endParaRPr lang="zh-CN" altLang="en-US" sz="1600" dirty="0">
              <a:latin typeface="Euclid" panose="02020503060505020303" pitchFamily="18" charset="0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0060F814-2614-4326-BD58-E234E70E4178}"/>
              </a:ext>
            </a:extLst>
          </p:cNvPr>
          <p:cNvSpPr txBox="1"/>
          <p:nvPr/>
        </p:nvSpPr>
        <p:spPr>
          <a:xfrm>
            <a:off x="8479497" y="6084045"/>
            <a:ext cx="10550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l-GR" altLang="zh-CN" sz="1600" i="1" dirty="0">
                <a:latin typeface="Euclid" panose="02020503060505020303" pitchFamily="18" charset="0"/>
              </a:rPr>
              <a:t>ε</a:t>
            </a:r>
            <a:r>
              <a:rPr lang="en-US" altLang="zh-CN" sz="1600" i="1" dirty="0">
                <a:latin typeface="Euclid" panose="02020503060505020303" pitchFamily="18" charset="0"/>
              </a:rPr>
              <a:t>g</a:t>
            </a:r>
            <a:r>
              <a:rPr lang="en-US" altLang="zh-CN" sz="1600" dirty="0">
                <a:latin typeface="Euclid" panose="02020503060505020303" pitchFamily="18" charset="0"/>
              </a:rPr>
              <a:t>, [2,3))</a:t>
            </a:r>
            <a:endParaRPr lang="zh-CN" altLang="en-US" sz="1600" dirty="0">
              <a:latin typeface="Euclid" panose="02020503060505020303" pitchFamily="18" charset="0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E9AED389-8DC3-44C3-9CFA-7AF58B1AAD9E}"/>
              </a:ext>
            </a:extLst>
          </p:cNvPr>
          <p:cNvSpPr txBox="1"/>
          <p:nvPr/>
        </p:nvSpPr>
        <p:spPr>
          <a:xfrm>
            <a:off x="6115328" y="5349041"/>
            <a:ext cx="1064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l-GR" altLang="zh-CN" sz="1600" i="1" dirty="0">
                <a:latin typeface="Euclid" panose="02020503060505020303" pitchFamily="18" charset="0"/>
              </a:rPr>
              <a:t>ε</a:t>
            </a:r>
            <a:r>
              <a:rPr lang="en-US" altLang="zh-CN" sz="1600" i="1" dirty="0">
                <a:latin typeface="Euclid" panose="02020503060505020303" pitchFamily="18" charset="0"/>
              </a:rPr>
              <a:t>g</a:t>
            </a:r>
            <a:r>
              <a:rPr lang="en-US" altLang="zh-CN" sz="1600" dirty="0">
                <a:latin typeface="Euclid" panose="02020503060505020303" pitchFamily="18" charset="0"/>
              </a:rPr>
              <a:t>, [1,2))</a:t>
            </a:r>
            <a:endParaRPr lang="zh-CN" altLang="en-US" sz="1600" dirty="0">
              <a:latin typeface="Euclid" panose="02020503060505020303" pitchFamily="18" charset="0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510FB5C5-AD49-4B99-BDE9-FD88890644CD}"/>
              </a:ext>
            </a:extLst>
          </p:cNvPr>
          <p:cNvSpPr txBox="1"/>
          <p:nvPr/>
        </p:nvSpPr>
        <p:spPr>
          <a:xfrm>
            <a:off x="7332363" y="4169291"/>
            <a:ext cx="1172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 err="1">
                <a:latin typeface="Euclid" panose="02020503060505020303" pitchFamily="18" charset="0"/>
              </a:rPr>
              <a:t>ggu</a:t>
            </a:r>
            <a:r>
              <a:rPr lang="en-US" altLang="zh-CN" sz="1600" dirty="0">
                <a:latin typeface="Euclid" panose="02020503060505020303" pitchFamily="18" charset="0"/>
              </a:rPr>
              <a:t>, [1,2))</a:t>
            </a:r>
            <a:endParaRPr lang="zh-CN" altLang="en-US" sz="1600" dirty="0">
              <a:latin typeface="Euclid" panose="02020503060505020303" pitchFamily="18" charset="0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67A8D910-1CA7-4C78-9B5A-3C3F68B5F751}"/>
              </a:ext>
            </a:extLst>
          </p:cNvPr>
          <p:cNvSpPr txBox="1"/>
          <p:nvPr/>
        </p:nvSpPr>
        <p:spPr>
          <a:xfrm>
            <a:off x="7055661" y="3029672"/>
            <a:ext cx="11657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l-GR" altLang="zh-CN" sz="1600" i="1" dirty="0">
                <a:latin typeface="Euclid" panose="02020503060505020303" pitchFamily="18" charset="0"/>
              </a:rPr>
              <a:t>ε</a:t>
            </a:r>
            <a:r>
              <a:rPr lang="en-US" altLang="zh-CN" sz="1600" i="1" dirty="0" err="1">
                <a:latin typeface="Euclid" panose="02020503060505020303" pitchFamily="18" charset="0"/>
              </a:rPr>
              <a:t>gu</a:t>
            </a:r>
            <a:r>
              <a:rPr lang="en-US" altLang="zh-CN" sz="1600" dirty="0">
                <a:latin typeface="Euclid" panose="02020503060505020303" pitchFamily="18" charset="0"/>
              </a:rPr>
              <a:t>, [1,2))</a:t>
            </a:r>
            <a:endParaRPr lang="zh-CN" altLang="en-US" sz="1600" dirty="0">
              <a:latin typeface="Euclid" panose="02020503060505020303" pitchFamily="18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260E1107-6BD9-42B9-B9CD-10706DBE16D7}"/>
              </a:ext>
            </a:extLst>
          </p:cNvPr>
          <p:cNvSpPr txBox="1"/>
          <p:nvPr/>
        </p:nvSpPr>
        <p:spPr>
          <a:xfrm>
            <a:off x="6909740" y="2341258"/>
            <a:ext cx="10615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Euclid" panose="02020503060505020303" pitchFamily="18" charset="0"/>
              </a:rPr>
              <a:t>(</a:t>
            </a:r>
            <a:r>
              <a:rPr lang="en-US" altLang="zh-CN" sz="1600" i="1" dirty="0">
                <a:latin typeface="Euclid" panose="02020503060505020303" pitchFamily="18" charset="0"/>
              </a:rPr>
              <a:t>gg</a:t>
            </a:r>
            <a:r>
              <a:rPr lang="en-US" altLang="zh-CN" sz="1600" dirty="0">
                <a:latin typeface="Euclid" panose="02020503060505020303" pitchFamily="18" charset="0"/>
              </a:rPr>
              <a:t>, [1,2))</a:t>
            </a:r>
            <a:endParaRPr lang="zh-CN" altLang="en-US" sz="1600" dirty="0">
              <a:latin typeface="Euclid" panose="02020503060505020303" pitchFamily="18" charset="0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83BCFE94-5051-4FB4-83FB-2DCB2F69FF1F}"/>
              </a:ext>
            </a:extLst>
          </p:cNvPr>
          <p:cNvSpPr txBox="1"/>
          <p:nvPr/>
        </p:nvSpPr>
        <p:spPr>
          <a:xfrm>
            <a:off x="1697373" y="2804122"/>
            <a:ext cx="652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Euclid" panose="02020503060505020303" pitchFamily="18" charset="0"/>
              </a:rPr>
              <a:t>[1,2)</a:t>
            </a:r>
            <a:endParaRPr lang="zh-CN" altLang="en-US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B6E628B9-60CD-4D37-96F8-F5BAD10DDEAC}"/>
              </a:ext>
            </a:extLst>
          </p:cNvPr>
          <p:cNvSpPr txBox="1"/>
          <p:nvPr/>
        </p:nvSpPr>
        <p:spPr>
          <a:xfrm>
            <a:off x="1830725" y="3777372"/>
            <a:ext cx="652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Euclid" panose="02020503060505020303" pitchFamily="18" charset="0"/>
              </a:rPr>
              <a:t>[1,2)</a:t>
            </a:r>
            <a:endParaRPr lang="zh-CN" altLang="en-US" dirty="0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7C1824D-FABF-4BBB-B323-46E01ABDC33D}"/>
              </a:ext>
            </a:extLst>
          </p:cNvPr>
          <p:cNvSpPr txBox="1"/>
          <p:nvPr/>
        </p:nvSpPr>
        <p:spPr>
          <a:xfrm>
            <a:off x="3309196" y="3907685"/>
            <a:ext cx="652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Euclid" panose="02020503060505020303" pitchFamily="18" charset="0"/>
              </a:rPr>
              <a:t>[2,3)</a:t>
            </a:r>
            <a:endParaRPr lang="zh-CN" altLang="en-US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4F120490-BE68-4A24-AAB1-EC34E3965A92}"/>
              </a:ext>
            </a:extLst>
          </p:cNvPr>
          <p:cNvSpPr txBox="1"/>
          <p:nvPr/>
        </p:nvSpPr>
        <p:spPr>
          <a:xfrm>
            <a:off x="1057295" y="1533465"/>
            <a:ext cx="652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Euclid" panose="02020503060505020303" pitchFamily="18" charset="0"/>
              </a:rPr>
              <a:t>[2,4)</a:t>
            </a:r>
            <a:endParaRPr lang="zh-CN" altLang="en-US" dirty="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4A3C6B7-1997-4D51-8544-CBE13FC7071B}"/>
              </a:ext>
            </a:extLst>
          </p:cNvPr>
          <p:cNvSpPr txBox="1"/>
          <p:nvPr/>
        </p:nvSpPr>
        <p:spPr>
          <a:xfrm>
            <a:off x="3053883" y="2084347"/>
            <a:ext cx="652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Euclid" panose="02020503060505020303" pitchFamily="18" charset="0"/>
              </a:rPr>
              <a:t>[1,2)</a:t>
            </a:r>
            <a:endParaRPr lang="zh-CN" altLang="en-US" dirty="0"/>
          </a:p>
        </p:txBody>
      </p: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C1D03E13-A9DE-4023-A80C-EFE2B0D56035}"/>
              </a:ext>
            </a:extLst>
          </p:cNvPr>
          <p:cNvCxnSpPr>
            <a:cxnSpLocks/>
          </p:cNvCxnSpPr>
          <p:nvPr/>
        </p:nvCxnSpPr>
        <p:spPr>
          <a:xfrm flipH="1">
            <a:off x="7408866" y="3142673"/>
            <a:ext cx="1070631" cy="392510"/>
          </a:xfrm>
          <a:prstGeom prst="straightConnector1">
            <a:avLst/>
          </a:prstGeom>
          <a:ln w="44450">
            <a:solidFill>
              <a:srgbClr val="548235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文本框 129">
            <a:extLst>
              <a:ext uri="{FF2B5EF4-FFF2-40B4-BE49-F238E27FC236}">
                <a16:creationId xmlns:a16="http://schemas.microsoft.com/office/drawing/2014/main" id="{D08771A6-03B4-4F07-9072-5F35655E622B}"/>
              </a:ext>
            </a:extLst>
          </p:cNvPr>
          <p:cNvSpPr txBox="1"/>
          <p:nvPr/>
        </p:nvSpPr>
        <p:spPr>
          <a:xfrm>
            <a:off x="932419" y="5007685"/>
            <a:ext cx="10874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Euclid" panose="02020503060505020303" pitchFamily="18" charset="0"/>
              </a:rPr>
              <a:t>g: go</a:t>
            </a:r>
          </a:p>
          <a:p>
            <a:r>
              <a:rPr lang="en-US" altLang="zh-CN" sz="2400" i="1" dirty="0">
                <a:latin typeface="Euclid" panose="02020503060505020303" pitchFamily="18" charset="0"/>
              </a:rPr>
              <a:t>b: back</a:t>
            </a:r>
          </a:p>
          <a:p>
            <a:r>
              <a:rPr lang="el-GR" altLang="zh-CN" sz="2400" i="1" dirty="0">
                <a:latin typeface="Euclid" panose="02020503060505020303" pitchFamily="18" charset="0"/>
              </a:rPr>
              <a:t>ε</a:t>
            </a:r>
            <a:r>
              <a:rPr lang="en-US" altLang="zh-CN" sz="2400" i="1" dirty="0">
                <a:latin typeface="Euclid" panose="02020503060505020303" pitchFamily="18" charset="0"/>
              </a:rPr>
              <a:t>: hold</a:t>
            </a:r>
            <a:endParaRPr lang="zh-CN" altLang="en-US" sz="2400" dirty="0">
              <a:latin typeface="Euclid" panose="0202050306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828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1146</TotalTime>
  <Words>1406</Words>
  <Application>Microsoft Office PowerPoint</Application>
  <PresentationFormat>宽屏</PresentationFormat>
  <Paragraphs>369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等线 Light</vt:lpstr>
      <vt:lpstr>Arial</vt:lpstr>
      <vt:lpstr>Euclid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lan484automatic@outlook.com</dc:creator>
  <cp:lastModifiedBy>lan484automatic@outlook.com</cp:lastModifiedBy>
  <cp:revision>360</cp:revision>
  <dcterms:created xsi:type="dcterms:W3CDTF">2022-04-26T07:06:51Z</dcterms:created>
  <dcterms:modified xsi:type="dcterms:W3CDTF">2022-04-29T08:37:44Z</dcterms:modified>
</cp:coreProperties>
</file>