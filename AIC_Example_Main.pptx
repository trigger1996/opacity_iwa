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30" autoAdjust="0"/>
    <p:restoredTop sz="92849" autoAdjust="0"/>
  </p:normalViewPr>
  <p:slideViewPr>
    <p:cSldViewPr snapToGrid="0">
      <p:cViewPr varScale="1">
        <p:scale>
          <a:sx n="106" d="100"/>
          <a:sy n="106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E4A32-B360-4F44-8969-70B49C7D7317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9AA29-5CDB-4BA5-A68C-473A93C5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IWA-3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95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IWA-1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48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IWA2,</a:t>
            </a:r>
          </a:p>
          <a:p>
            <a:r>
              <a:rPr lang="zh-CN" altLang="en-US" dirty="0"/>
              <a:t>太过复杂</a:t>
            </a:r>
            <a:r>
              <a:rPr lang="en-US" altLang="zh-CN" dirty="0"/>
              <a:t>, </a:t>
            </a:r>
            <a:r>
              <a:rPr lang="zh-CN" altLang="en-US" dirty="0"/>
              <a:t>此稿放弃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588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EAE01-E458-4453-AE1B-458F96437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AF3BF2-F18B-40AF-B38D-A3E7B6C49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8CBCD-FC4A-4282-9DF8-409CFE41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59C45-F5DA-4FDB-9F5F-E95BCC90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DC7CB8-1D7E-431C-AA9F-DF3A2EAC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1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769E1-B7DC-4B56-9414-E4388058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2E5F8-5F95-41CD-A99C-A236C3F5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D4F59-794A-4B3B-85E6-67FBC433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8BA00-C825-47EB-B840-7E6410F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4425B2-4F0B-4B41-9199-ED2C73AD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44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6C4AD-760D-4D85-ADDF-1C9969EE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3C8A5-5D2D-4E62-9E23-50D655A46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CB494-0778-4CC6-8BA0-97C1275E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2CCE4-4421-4BDE-9A46-3B3D88B0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C82AF-6791-4FC9-82CA-1B04B38D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55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A5054-5EB8-4370-B06D-2FF12AE4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2FC67-8CA5-4073-AA73-C6A553B87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B1B2DB-CA76-45E6-97D7-FDD95157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E876B-CB99-4FBB-9069-0A55A274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F84E6E-C449-4612-85CF-4EE2B9FF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1C11E4-FB00-420E-84AC-74600B63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25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BCE68-DF58-4E2F-B45D-E5BC0554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08FFDC-4CF8-4205-AF96-397691807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372118-A91A-4EB7-9CDF-A20FEDFD9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71B0BA-F008-4622-843F-07537A498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EF6A0D-23DE-4828-A6B8-8C5456826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A2385-4168-4024-9EFF-2CA58FDE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B6586C-18B4-40E2-A39F-201814DA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87865C-C833-40A1-8B01-75E3A29A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4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65758-19A6-4582-8764-5659F846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7F0245-FEAF-48FA-88EA-9A11D63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70FB17-1126-48A6-B801-A15FC6B7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068A86-63E5-4791-9092-4AB42A41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6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4ADB9-0D76-4C21-9745-93AE3877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4C9E2-165B-4EC1-9CD0-15C0CF22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22E457-9200-421B-B609-35E8D880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85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2F690-9958-4E2C-85CC-5C9809BB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C6E88-369D-4792-9C04-F46CECF2B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A8773B-840C-41F8-ABD3-92267FF5C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BB3B8-D6F0-422B-AD91-65C54C2C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FBCB1-5D6B-4FAF-8E6D-A0025974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619FD7-6DBB-40E8-B727-C2E62019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98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0FF83-8615-4C03-A7E5-E70A4CA16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14F1DD-04C9-4EC4-81B0-B19725E8C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561663-D3E5-4099-8154-0E9D3289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E7343-7CA1-4812-ACB5-0762AFFE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03717A-6348-4DD1-B931-7A691345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C3758-D5F3-44EC-8BE6-ED43038F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22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B48C6-A6A7-41FC-AE04-B5D1CDF8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217880-0CF2-4C20-BD7C-AEF41E76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ADF5D-FFFC-4A7A-A7F1-DD0E287B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1468B3-6C7A-4462-8FD4-4B59FEDD4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A1F9F-346A-436E-B0AA-DA88F059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36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C58BCB-6923-495F-968E-9C1768DBC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B366A-A67D-47F6-8C69-9430C37A5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8A0AA-7E64-4A8A-88C3-602F2D8B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F66EE-C8D1-4CAB-A5AC-CE767D77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2FA21F-A110-4836-9F6D-7124A77F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49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82AEE0-FC87-4B25-A08B-0082FA32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0DDB8D-9B88-4507-B215-F1C10ABC1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3B912-D570-457D-8D6E-067E9E0BB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8FB0F-D2FA-404D-B05F-087789627645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DCCB-CDCA-40DE-AC39-501BE707F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B1E1C0-8DEC-4298-88F7-A53B5F0F2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5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53038-F53B-497F-830D-6CAE96A4762C}"/>
              </a:ext>
            </a:extLst>
          </p:cNvPr>
          <p:cNvSpPr/>
          <p:nvPr/>
        </p:nvSpPr>
        <p:spPr>
          <a:xfrm>
            <a:off x="2478405" y="1727833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B86507-DC09-4D5A-91EB-11EEA8515442}"/>
              </a:ext>
            </a:extLst>
          </p:cNvPr>
          <p:cNvSpPr/>
          <p:nvPr/>
        </p:nvSpPr>
        <p:spPr>
          <a:xfrm>
            <a:off x="4531042" y="3326130"/>
            <a:ext cx="706755" cy="413385"/>
          </a:xfrm>
          <a:prstGeom prst="roundRect">
            <a:avLst/>
          </a:prstGeom>
          <a:solidFill>
            <a:schemeClr val="bg1"/>
          </a:solidFill>
          <a:ln w="4127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5050"/>
                </a:solidFill>
                <a:latin typeface="Euclid" panose="02020503060505020303" pitchFamily="18" charset="0"/>
              </a:rPr>
              <a:t>2</a:t>
            </a:r>
            <a:endParaRPr lang="zh-CN" altLang="en-US" dirty="0">
              <a:solidFill>
                <a:srgbClr val="FF5050"/>
              </a:solidFill>
              <a:latin typeface="Euclid" panose="02020503060505020303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4EA3F8-517D-4B4C-8740-E28D27F85FA8}"/>
              </a:ext>
            </a:extLst>
          </p:cNvPr>
          <p:cNvSpPr/>
          <p:nvPr/>
        </p:nvSpPr>
        <p:spPr>
          <a:xfrm>
            <a:off x="4531042" y="1725926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C8DB2EA-F2E6-4435-A3C7-766AB2FEB8A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185160" y="1932619"/>
            <a:ext cx="1345882" cy="1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F4F2311-CADD-4961-AA9C-8FACFD513416}"/>
              </a:ext>
            </a:extLst>
          </p:cNvPr>
          <p:cNvSpPr txBox="1"/>
          <p:nvPr/>
        </p:nvSpPr>
        <p:spPr>
          <a:xfrm>
            <a:off x="3357079" y="154126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[5,7)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2E27365-1E72-469B-B766-692D566FECF0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831783" y="2141218"/>
            <a:ext cx="1699259" cy="1391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7BE6508-B13A-4B28-9E65-F7FD1DA8E930}"/>
              </a:ext>
            </a:extLst>
          </p:cNvPr>
          <p:cNvSpPr txBox="1"/>
          <p:nvPr/>
        </p:nvSpPr>
        <p:spPr>
          <a:xfrm>
            <a:off x="2852339" y="277641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CE89BC7-B239-4E67-95DF-81E99DC641D9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4884420" y="2139311"/>
            <a:ext cx="0" cy="1186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53E05C7-1A3B-4DA6-B9DF-7DC7AD9F7A6F}"/>
              </a:ext>
            </a:extLst>
          </p:cNvPr>
          <p:cNvSpPr txBox="1"/>
          <p:nvPr/>
        </p:nvSpPr>
        <p:spPr>
          <a:xfrm>
            <a:off x="3990341" y="247006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9ABED8A-8EBF-4D42-84B9-5646EE116112}"/>
              </a:ext>
            </a:extLst>
          </p:cNvPr>
          <p:cNvSpPr/>
          <p:nvPr/>
        </p:nvSpPr>
        <p:spPr>
          <a:xfrm>
            <a:off x="6888480" y="1725926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89CBF4D-B87A-4D8B-B134-29614297AA2C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5237797" y="1932619"/>
            <a:ext cx="16506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4C8337E-830C-4D9B-A4CB-5B875B8A793D}"/>
              </a:ext>
            </a:extLst>
          </p:cNvPr>
          <p:cNvSpPr txBox="1"/>
          <p:nvPr/>
        </p:nvSpPr>
        <p:spPr>
          <a:xfrm>
            <a:off x="5554024" y="145994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latin typeface="Euclid" panose="02020503060505020303" pitchFamily="18" charset="0"/>
              </a:rPr>
              <a:t>uc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7B0BDB-49C9-4639-9999-CAC7C9A0B75B}"/>
              </a:ext>
            </a:extLst>
          </p:cNvPr>
          <p:cNvSpPr/>
          <p:nvPr/>
        </p:nvSpPr>
        <p:spPr>
          <a:xfrm>
            <a:off x="6888479" y="3326130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DFAC7C0-D539-4F31-BDFA-9ABB05A92922}"/>
              </a:ext>
            </a:extLst>
          </p:cNvPr>
          <p:cNvSpPr/>
          <p:nvPr/>
        </p:nvSpPr>
        <p:spPr>
          <a:xfrm>
            <a:off x="6888478" y="4926332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95CA54E-901C-4A14-BCDF-D474FAACA131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flipH="1">
            <a:off x="7241857" y="2139311"/>
            <a:ext cx="1" cy="1186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F2EF0DD-7C66-4320-B2C0-B2D9993D222F}"/>
              </a:ext>
            </a:extLst>
          </p:cNvPr>
          <p:cNvSpPr txBox="1"/>
          <p:nvPr/>
        </p:nvSpPr>
        <p:spPr>
          <a:xfrm>
            <a:off x="5680870" y="3082172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[3,5)</a:t>
            </a:r>
            <a:endParaRPr lang="zh-CN" altLang="en-US" sz="18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35E8086-1F18-4AD3-A61A-5E24DB6D7825}"/>
              </a:ext>
            </a:extLst>
          </p:cNvPr>
          <p:cNvCxnSpPr>
            <a:cxnSpLocks/>
            <a:stCxn id="26" idx="1"/>
            <a:endCxn id="5" idx="3"/>
          </p:cNvCxnSpPr>
          <p:nvPr/>
        </p:nvCxnSpPr>
        <p:spPr>
          <a:xfrm flipH="1">
            <a:off x="5237797" y="3532823"/>
            <a:ext cx="16506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5515802-93E4-4980-85D3-59B998806826}"/>
              </a:ext>
            </a:extLst>
          </p:cNvPr>
          <p:cNvCxnSpPr>
            <a:cxnSpLocks/>
            <a:stCxn id="27" idx="1"/>
            <a:endCxn id="5" idx="2"/>
          </p:cNvCxnSpPr>
          <p:nvPr/>
        </p:nvCxnSpPr>
        <p:spPr>
          <a:xfrm flipH="1" flipV="1">
            <a:off x="4884420" y="3739515"/>
            <a:ext cx="2004058" cy="13935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EAC2DF8-D420-407E-9623-2469679C5407}"/>
              </a:ext>
            </a:extLst>
          </p:cNvPr>
          <p:cNvSpPr txBox="1"/>
          <p:nvPr/>
        </p:nvSpPr>
        <p:spPr>
          <a:xfrm>
            <a:off x="7279879" y="414825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[1,4)</a:t>
            </a:r>
            <a:endParaRPr lang="zh-CN" altLang="en-US" sz="1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DE9732-A95A-4A3A-A4F1-AD376F2CB883}"/>
              </a:ext>
            </a:extLst>
          </p:cNvPr>
          <p:cNvSpPr txBox="1"/>
          <p:nvPr/>
        </p:nvSpPr>
        <p:spPr>
          <a:xfrm>
            <a:off x="7311112" y="247006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b</a:t>
            </a:r>
            <a:r>
              <a:rPr lang="en-US" altLang="zh-CN" dirty="0">
                <a:latin typeface="Euclid" panose="02020503060505020303" pitchFamily="18" charset="0"/>
              </a:rPr>
              <a:t> [1,3)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FCC9B1F-DBD4-424D-B792-CF2CBEE2AD8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241856" y="3739515"/>
            <a:ext cx="1" cy="11868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EA00B04-4F15-4F97-B106-B28051044C6D}"/>
              </a:ext>
            </a:extLst>
          </p:cNvPr>
          <p:cNvCxnSpPr>
            <a:cxnSpLocks/>
          </p:cNvCxnSpPr>
          <p:nvPr/>
        </p:nvCxnSpPr>
        <p:spPr>
          <a:xfrm>
            <a:off x="1905000" y="1932618"/>
            <a:ext cx="5734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59FD994-B9CD-4394-AB92-653C1D2F9835}"/>
              </a:ext>
            </a:extLst>
          </p:cNvPr>
          <p:cNvSpPr txBox="1"/>
          <p:nvPr/>
        </p:nvSpPr>
        <p:spPr>
          <a:xfrm>
            <a:off x="5121053" y="4527950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[3,5)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4716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DF69FC45-3624-46FD-81F5-2785AB8E1B5B}"/>
              </a:ext>
            </a:extLst>
          </p:cNvPr>
          <p:cNvSpPr/>
          <p:nvPr/>
        </p:nvSpPr>
        <p:spPr>
          <a:xfrm>
            <a:off x="5219509" y="1558767"/>
            <a:ext cx="4718050" cy="1600200"/>
          </a:xfrm>
          <a:custGeom>
            <a:avLst/>
            <a:gdLst>
              <a:gd name="connsiteX0" fmla="*/ 0 w 4718050"/>
              <a:gd name="connsiteY0" fmla="*/ 1600200 h 1600200"/>
              <a:gd name="connsiteX1" fmla="*/ 704850 w 4718050"/>
              <a:gd name="connsiteY1" fmla="*/ 1339850 h 1600200"/>
              <a:gd name="connsiteX2" fmla="*/ 3981450 w 4718050"/>
              <a:gd name="connsiteY2" fmla="*/ 1244600 h 1600200"/>
              <a:gd name="connsiteX3" fmla="*/ 4718050 w 4718050"/>
              <a:gd name="connsiteY3" fmla="*/ 0 h 1600200"/>
              <a:gd name="connsiteX4" fmla="*/ 4718050 w 4718050"/>
              <a:gd name="connsiteY4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8050" h="1600200">
                <a:moveTo>
                  <a:pt x="0" y="1600200"/>
                </a:moveTo>
                <a:cubicBezTo>
                  <a:pt x="20637" y="1499658"/>
                  <a:pt x="41275" y="1399117"/>
                  <a:pt x="704850" y="1339850"/>
                </a:cubicBezTo>
                <a:cubicBezTo>
                  <a:pt x="1368425" y="1280583"/>
                  <a:pt x="3312583" y="1467908"/>
                  <a:pt x="3981450" y="1244600"/>
                </a:cubicBezTo>
                <a:cubicBezTo>
                  <a:pt x="4650317" y="1021292"/>
                  <a:pt x="4718050" y="0"/>
                  <a:pt x="4718050" y="0"/>
                </a:cubicBezTo>
                <a:lnTo>
                  <a:pt x="4718050" y="0"/>
                </a:ln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1064328" y="1409844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967667" y="821181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97" idx="0"/>
          </p:cNvCxnSpPr>
          <p:nvPr/>
        </p:nvCxnSpPr>
        <p:spPr>
          <a:xfrm>
            <a:off x="1285054" y="1875287"/>
            <a:ext cx="0" cy="4316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1285054" y="1122654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636271" y="1642565"/>
            <a:ext cx="42805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636271" y="3019009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2429885" y="3005041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,[4,12))}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1285054" y="2680970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CEF4CBA9-7E2D-4579-8EF2-305D54486C62}"/>
              </a:ext>
            </a:extLst>
          </p:cNvPr>
          <p:cNvSpPr/>
          <p:nvPr/>
        </p:nvSpPr>
        <p:spPr>
          <a:xfrm>
            <a:off x="636271" y="2306964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5DB662E-B480-4486-BB3E-99077D95EF8E}"/>
              </a:ext>
            </a:extLst>
          </p:cNvPr>
          <p:cNvSpPr/>
          <p:nvPr/>
        </p:nvSpPr>
        <p:spPr>
          <a:xfrm>
            <a:off x="2429885" y="2326155"/>
            <a:ext cx="1297566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A2FE10D-87CE-484A-A917-7545672F7141}"/>
              </a:ext>
            </a:extLst>
          </p:cNvPr>
          <p:cNvSpPr/>
          <p:nvPr/>
        </p:nvSpPr>
        <p:spPr>
          <a:xfrm>
            <a:off x="4660090" y="2229586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0EAC534B-8185-48DB-99BE-2B4E6CEE87F7}"/>
              </a:ext>
            </a:extLst>
          </p:cNvPr>
          <p:cNvSpPr/>
          <p:nvPr/>
        </p:nvSpPr>
        <p:spPr>
          <a:xfrm>
            <a:off x="4643288" y="2951995"/>
            <a:ext cx="561811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1A53211-6B28-4267-8E41-6C0E714FA627}"/>
              </a:ext>
            </a:extLst>
          </p:cNvPr>
          <p:cNvSpPr/>
          <p:nvPr/>
        </p:nvSpPr>
        <p:spPr>
          <a:xfrm>
            <a:off x="4703467" y="3655127"/>
            <a:ext cx="441452" cy="465443"/>
          </a:xfrm>
          <a:prstGeom prst="ellipse">
            <a:avLst/>
          </a:prstGeom>
          <a:noFill/>
          <a:ln w="3492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E702932-0AD9-4800-B416-3F406C6FA518}"/>
              </a:ext>
            </a:extLst>
          </p:cNvPr>
          <p:cNvSpPr/>
          <p:nvPr/>
        </p:nvSpPr>
        <p:spPr>
          <a:xfrm>
            <a:off x="7617598" y="2326155"/>
            <a:ext cx="1294428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,[1,3))}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3B1807F8-F947-4488-A9BA-D687F499CFFF}"/>
              </a:ext>
            </a:extLst>
          </p:cNvPr>
          <p:cNvSpPr/>
          <p:nvPr/>
        </p:nvSpPr>
        <p:spPr>
          <a:xfrm>
            <a:off x="7617598" y="1628304"/>
            <a:ext cx="1294428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328E73A4-E08D-4581-BDDC-6C76D16E67FE}"/>
              </a:ext>
            </a:extLst>
          </p:cNvPr>
          <p:cNvSpPr/>
          <p:nvPr/>
        </p:nvSpPr>
        <p:spPr>
          <a:xfrm>
            <a:off x="5991373" y="2447772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5DCC14E2-C1BB-49DB-A6D4-DB1FF464F5DC}"/>
              </a:ext>
            </a:extLst>
          </p:cNvPr>
          <p:cNvSpPr/>
          <p:nvPr/>
        </p:nvSpPr>
        <p:spPr>
          <a:xfrm>
            <a:off x="5984228" y="3001960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72591409-9CF6-4F52-9ACA-0192ACE0030D}"/>
              </a:ext>
            </a:extLst>
          </p:cNvPr>
          <p:cNvSpPr/>
          <p:nvPr/>
        </p:nvSpPr>
        <p:spPr>
          <a:xfrm>
            <a:off x="2429885" y="1618054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F9AE22B0-791D-4983-87B9-C96F80839BB8}"/>
              </a:ext>
            </a:extLst>
          </p:cNvPr>
          <p:cNvSpPr/>
          <p:nvPr/>
        </p:nvSpPr>
        <p:spPr>
          <a:xfrm>
            <a:off x="5971986" y="3713565"/>
            <a:ext cx="1297566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43791B0-471C-4057-B118-A4FA33178720}"/>
              </a:ext>
            </a:extLst>
          </p:cNvPr>
          <p:cNvSpPr/>
          <p:nvPr/>
        </p:nvSpPr>
        <p:spPr>
          <a:xfrm>
            <a:off x="4614466" y="4377762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F8970E9F-268F-4304-9F7B-31886386DF58}"/>
              </a:ext>
            </a:extLst>
          </p:cNvPr>
          <p:cNvSpPr/>
          <p:nvPr/>
        </p:nvSpPr>
        <p:spPr>
          <a:xfrm>
            <a:off x="4563429" y="1684338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8E2D564D-1EEE-4E96-851C-35549545412B}"/>
              </a:ext>
            </a:extLst>
          </p:cNvPr>
          <p:cNvSpPr/>
          <p:nvPr/>
        </p:nvSpPr>
        <p:spPr>
          <a:xfrm>
            <a:off x="7617598" y="3702060"/>
            <a:ext cx="1294428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C106DA7E-A708-43FA-B584-BEAC8EF308F9}"/>
              </a:ext>
            </a:extLst>
          </p:cNvPr>
          <p:cNvSpPr/>
          <p:nvPr/>
        </p:nvSpPr>
        <p:spPr>
          <a:xfrm>
            <a:off x="7617598" y="3009838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,[1,3)) 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66E05F0-1127-4624-8662-5B1025517A16}"/>
              </a:ext>
            </a:extLst>
          </p:cNvPr>
          <p:cNvSpPr/>
          <p:nvPr/>
        </p:nvSpPr>
        <p:spPr>
          <a:xfrm>
            <a:off x="5652973" y="1679297"/>
            <a:ext cx="1297566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CE0C8EA0-3229-41DF-92B1-150D189044A5}"/>
              </a:ext>
            </a:extLst>
          </p:cNvPr>
          <p:cNvSpPr/>
          <p:nvPr/>
        </p:nvSpPr>
        <p:spPr>
          <a:xfrm>
            <a:off x="9149341" y="3723290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,[3,7)) 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01FF6592-68C0-4059-871C-D0774AD5A0AE}"/>
              </a:ext>
            </a:extLst>
          </p:cNvPr>
          <p:cNvCxnSpPr>
            <a:cxnSpLocks/>
            <a:stCxn id="97" idx="3"/>
            <a:endCxn id="110" idx="1"/>
          </p:cNvCxnSpPr>
          <p:nvPr/>
        </p:nvCxnSpPr>
        <p:spPr>
          <a:xfrm flipV="1">
            <a:off x="1933837" y="1801933"/>
            <a:ext cx="496048" cy="6889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0C91C119-9907-4E54-AECD-4F7FE0EE9667}"/>
              </a:ext>
            </a:extLst>
          </p:cNvPr>
          <p:cNvCxnSpPr>
            <a:cxnSpLocks/>
            <a:stCxn id="79" idx="3"/>
            <a:endCxn id="101" idx="2"/>
          </p:cNvCxnSpPr>
          <p:nvPr/>
        </p:nvCxnSpPr>
        <p:spPr>
          <a:xfrm flipV="1">
            <a:off x="3727451" y="3184717"/>
            <a:ext cx="915837" cy="42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6CA7A0FC-B8C4-45D3-B1A2-8AE00BD9C314}"/>
              </a:ext>
            </a:extLst>
          </p:cNvPr>
          <p:cNvCxnSpPr>
            <a:cxnSpLocks/>
            <a:stCxn id="79" idx="3"/>
            <a:endCxn id="100" idx="2"/>
          </p:cNvCxnSpPr>
          <p:nvPr/>
        </p:nvCxnSpPr>
        <p:spPr>
          <a:xfrm flipV="1">
            <a:off x="3727451" y="2462308"/>
            <a:ext cx="932639" cy="7266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1D135A4-1823-4407-BDE0-7DA3FD03CBFA}"/>
              </a:ext>
            </a:extLst>
          </p:cNvPr>
          <p:cNvCxnSpPr>
            <a:cxnSpLocks/>
            <a:stCxn id="79" idx="3"/>
            <a:endCxn id="102" idx="2"/>
          </p:cNvCxnSpPr>
          <p:nvPr/>
        </p:nvCxnSpPr>
        <p:spPr>
          <a:xfrm>
            <a:off x="3727451" y="3188920"/>
            <a:ext cx="976016" cy="6989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A8ADBFB-D776-4ADB-908A-C3031C50D750}"/>
              </a:ext>
            </a:extLst>
          </p:cNvPr>
          <p:cNvCxnSpPr>
            <a:cxnSpLocks/>
            <a:stCxn id="100" idx="6"/>
            <a:endCxn id="118" idx="2"/>
          </p:cNvCxnSpPr>
          <p:nvPr/>
        </p:nvCxnSpPr>
        <p:spPr>
          <a:xfrm flipV="1">
            <a:off x="5101542" y="1980770"/>
            <a:ext cx="1200214" cy="4815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8277AE66-3E9F-4E20-BD99-6B84329155A4}"/>
              </a:ext>
            </a:extLst>
          </p:cNvPr>
          <p:cNvCxnSpPr>
            <a:cxnSpLocks/>
            <a:stCxn id="100" idx="0"/>
            <a:endCxn id="115" idx="2"/>
          </p:cNvCxnSpPr>
          <p:nvPr/>
        </p:nvCxnSpPr>
        <p:spPr>
          <a:xfrm flipV="1">
            <a:off x="4880816" y="1985811"/>
            <a:ext cx="0" cy="2437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7DE2AD87-2E71-4360-8CF0-D05A8DCEA8A8}"/>
              </a:ext>
            </a:extLst>
          </p:cNvPr>
          <p:cNvCxnSpPr>
            <a:cxnSpLocks/>
            <a:stCxn id="101" idx="6"/>
            <a:endCxn id="106" idx="1"/>
          </p:cNvCxnSpPr>
          <p:nvPr/>
        </p:nvCxnSpPr>
        <p:spPr>
          <a:xfrm flipV="1">
            <a:off x="5205099" y="2598509"/>
            <a:ext cx="786274" cy="586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B060B4F3-4D92-4A31-A70F-AD1F7394E4D6}"/>
              </a:ext>
            </a:extLst>
          </p:cNvPr>
          <p:cNvCxnSpPr>
            <a:cxnSpLocks/>
            <a:stCxn id="101" idx="6"/>
            <a:endCxn id="112" idx="1"/>
          </p:cNvCxnSpPr>
          <p:nvPr/>
        </p:nvCxnSpPr>
        <p:spPr>
          <a:xfrm>
            <a:off x="5205099" y="3184717"/>
            <a:ext cx="766887" cy="7031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FED2BD1-8A24-4B2C-A22F-C1B31CDD0967}"/>
              </a:ext>
            </a:extLst>
          </p:cNvPr>
          <p:cNvCxnSpPr>
            <a:cxnSpLocks/>
            <a:stCxn id="101" idx="6"/>
            <a:endCxn id="109" idx="1"/>
          </p:cNvCxnSpPr>
          <p:nvPr/>
        </p:nvCxnSpPr>
        <p:spPr>
          <a:xfrm>
            <a:off x="5205099" y="3184717"/>
            <a:ext cx="779129" cy="11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06189422-FC87-4118-874A-1D358E350B68}"/>
              </a:ext>
            </a:extLst>
          </p:cNvPr>
          <p:cNvCxnSpPr>
            <a:cxnSpLocks/>
            <a:stCxn id="102" idx="6"/>
            <a:endCxn id="112" idx="1"/>
          </p:cNvCxnSpPr>
          <p:nvPr/>
        </p:nvCxnSpPr>
        <p:spPr>
          <a:xfrm flipV="1">
            <a:off x="5144919" y="3887848"/>
            <a:ext cx="82706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E3A2BDB8-1FE7-45A9-B180-A4B5A59AD570}"/>
              </a:ext>
            </a:extLst>
          </p:cNvPr>
          <p:cNvCxnSpPr>
            <a:cxnSpLocks/>
            <a:stCxn id="102" idx="4"/>
            <a:endCxn id="113" idx="0"/>
          </p:cNvCxnSpPr>
          <p:nvPr/>
        </p:nvCxnSpPr>
        <p:spPr>
          <a:xfrm>
            <a:off x="4924193" y="4120570"/>
            <a:ext cx="7660" cy="257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5A05E3C-D788-4077-8C07-EF86953C6791}"/>
              </a:ext>
            </a:extLst>
          </p:cNvPr>
          <p:cNvCxnSpPr>
            <a:cxnSpLocks/>
            <a:stCxn id="112" idx="3"/>
            <a:endCxn id="117" idx="1"/>
          </p:cNvCxnSpPr>
          <p:nvPr/>
        </p:nvCxnSpPr>
        <p:spPr>
          <a:xfrm flipV="1">
            <a:off x="7269552" y="3184121"/>
            <a:ext cx="348046" cy="7037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DB0EC8A2-DCEE-4FA8-B9D6-330924D82103}"/>
              </a:ext>
            </a:extLst>
          </p:cNvPr>
          <p:cNvCxnSpPr>
            <a:cxnSpLocks/>
            <a:stCxn id="112" idx="3"/>
            <a:endCxn id="103" idx="1"/>
          </p:cNvCxnSpPr>
          <p:nvPr/>
        </p:nvCxnSpPr>
        <p:spPr>
          <a:xfrm flipV="1">
            <a:off x="7269552" y="2500438"/>
            <a:ext cx="348046" cy="13874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EBFFF7E2-3184-4712-B313-4CDCECBC193A}"/>
              </a:ext>
            </a:extLst>
          </p:cNvPr>
          <p:cNvCxnSpPr>
            <a:cxnSpLocks/>
            <a:stCxn id="112" idx="3"/>
            <a:endCxn id="116" idx="1"/>
          </p:cNvCxnSpPr>
          <p:nvPr/>
        </p:nvCxnSpPr>
        <p:spPr>
          <a:xfrm flipV="1">
            <a:off x="7269552" y="3885939"/>
            <a:ext cx="348046" cy="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033762C5-4CE4-4B96-B22F-7316AF1EEB18}"/>
              </a:ext>
            </a:extLst>
          </p:cNvPr>
          <p:cNvSpPr/>
          <p:nvPr/>
        </p:nvSpPr>
        <p:spPr>
          <a:xfrm>
            <a:off x="10484915" y="1549646"/>
            <a:ext cx="441452" cy="465443"/>
          </a:xfrm>
          <a:prstGeom prst="ellipse">
            <a:avLst/>
          </a:prstGeom>
          <a:noFill/>
          <a:ln w="34925">
            <a:solidFill>
              <a:srgbClr val="548235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0053AA39-8B82-423A-91B5-8489F48632F1}"/>
              </a:ext>
            </a:extLst>
          </p:cNvPr>
          <p:cNvSpPr/>
          <p:nvPr/>
        </p:nvSpPr>
        <p:spPr>
          <a:xfrm>
            <a:off x="9770201" y="1084399"/>
            <a:ext cx="561811" cy="465443"/>
          </a:xfrm>
          <a:prstGeom prst="ellipse">
            <a:avLst/>
          </a:prstGeom>
          <a:noFill/>
          <a:ln w="34925">
            <a:solidFill>
              <a:srgbClr val="548235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3FE066E-874A-47A6-8E28-7E27A1AAC02E}"/>
              </a:ext>
            </a:extLst>
          </p:cNvPr>
          <p:cNvSpPr/>
          <p:nvPr/>
        </p:nvSpPr>
        <p:spPr>
          <a:xfrm>
            <a:off x="9184811" y="589295"/>
            <a:ext cx="441452" cy="465443"/>
          </a:xfrm>
          <a:prstGeom prst="ellipse">
            <a:avLst/>
          </a:prstGeom>
          <a:noFill/>
          <a:ln w="34925">
            <a:solidFill>
              <a:srgbClr val="FF5050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68DC7506-915B-4917-ACF2-EBC32E9D3B3D}"/>
              </a:ext>
            </a:extLst>
          </p:cNvPr>
          <p:cNvCxnSpPr>
            <a:cxnSpLocks/>
            <a:stCxn id="104" idx="3"/>
            <a:endCxn id="142" idx="2"/>
          </p:cNvCxnSpPr>
          <p:nvPr/>
        </p:nvCxnSpPr>
        <p:spPr>
          <a:xfrm flipV="1">
            <a:off x="8912026" y="1782368"/>
            <a:ext cx="1572889" cy="20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5E24AF65-E7FF-4BAA-917D-DF7FF8969C39}"/>
              </a:ext>
            </a:extLst>
          </p:cNvPr>
          <p:cNvCxnSpPr>
            <a:cxnSpLocks/>
            <a:stCxn id="103" idx="0"/>
            <a:endCxn id="104" idx="2"/>
          </p:cNvCxnSpPr>
          <p:nvPr/>
        </p:nvCxnSpPr>
        <p:spPr>
          <a:xfrm flipV="1">
            <a:off x="8264812" y="1976870"/>
            <a:ext cx="0" cy="3492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ED6D8C7-72D3-410D-8CBF-9B14EA29CDB4}"/>
              </a:ext>
            </a:extLst>
          </p:cNvPr>
          <p:cNvCxnSpPr>
            <a:cxnSpLocks/>
            <a:stCxn id="104" idx="0"/>
            <a:endCxn id="144" idx="3"/>
          </p:cNvCxnSpPr>
          <p:nvPr/>
        </p:nvCxnSpPr>
        <p:spPr>
          <a:xfrm flipV="1">
            <a:off x="8264812" y="986575"/>
            <a:ext cx="984648" cy="6417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87EABF42-20C3-46FF-92B5-D46483E84A43}"/>
              </a:ext>
            </a:extLst>
          </p:cNvPr>
          <p:cNvCxnSpPr>
            <a:cxnSpLocks/>
            <a:stCxn id="116" idx="0"/>
          </p:cNvCxnSpPr>
          <p:nvPr/>
        </p:nvCxnSpPr>
        <p:spPr>
          <a:xfrm flipV="1">
            <a:off x="8264812" y="3358404"/>
            <a:ext cx="0" cy="3436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C484312-597E-447B-B9D1-3D10CA3C7085}"/>
              </a:ext>
            </a:extLst>
          </p:cNvPr>
          <p:cNvCxnSpPr>
            <a:cxnSpLocks/>
          </p:cNvCxnSpPr>
          <p:nvPr/>
        </p:nvCxnSpPr>
        <p:spPr>
          <a:xfrm>
            <a:off x="9260072" y="3369717"/>
            <a:ext cx="0" cy="3640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5391502A-D575-49AB-9084-6DA44E41EE30}"/>
              </a:ext>
            </a:extLst>
          </p:cNvPr>
          <p:cNvCxnSpPr>
            <a:cxnSpLocks/>
            <a:stCxn id="118" idx="3"/>
            <a:endCxn id="144" idx="2"/>
          </p:cNvCxnSpPr>
          <p:nvPr/>
        </p:nvCxnSpPr>
        <p:spPr>
          <a:xfrm flipV="1">
            <a:off x="6950539" y="822017"/>
            <a:ext cx="2234272" cy="10080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30C9379C-72FE-42A3-8A1A-8EBD01551A66}"/>
              </a:ext>
            </a:extLst>
          </p:cNvPr>
          <p:cNvCxnSpPr>
            <a:cxnSpLocks/>
            <a:stCxn id="119" idx="0"/>
            <a:endCxn id="142" idx="4"/>
          </p:cNvCxnSpPr>
          <p:nvPr/>
        </p:nvCxnSpPr>
        <p:spPr>
          <a:xfrm flipV="1">
            <a:off x="10043311" y="2015089"/>
            <a:ext cx="662330" cy="1708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F5D1D56B-8386-4949-9B06-2FBD474D0084}"/>
              </a:ext>
            </a:extLst>
          </p:cNvPr>
          <p:cNvCxnSpPr>
            <a:cxnSpLocks/>
            <a:stCxn id="119" idx="0"/>
            <a:endCxn id="143" idx="4"/>
          </p:cNvCxnSpPr>
          <p:nvPr/>
        </p:nvCxnSpPr>
        <p:spPr>
          <a:xfrm flipV="1">
            <a:off x="10043311" y="1549842"/>
            <a:ext cx="7796" cy="2173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8D56B04E-4047-412A-AF1C-28A1C9ED41E1}"/>
              </a:ext>
            </a:extLst>
          </p:cNvPr>
          <p:cNvCxnSpPr>
            <a:cxnSpLocks/>
            <a:stCxn id="110" idx="2"/>
            <a:endCxn id="99" idx="0"/>
          </p:cNvCxnSpPr>
          <p:nvPr/>
        </p:nvCxnSpPr>
        <p:spPr>
          <a:xfrm>
            <a:off x="3078668" y="1985811"/>
            <a:ext cx="0" cy="340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727103C-4E9E-4BE8-B116-7DF57BB775BA}"/>
              </a:ext>
            </a:extLst>
          </p:cNvPr>
          <p:cNvCxnSpPr>
            <a:cxnSpLocks/>
            <a:stCxn id="99" idx="2"/>
            <a:endCxn id="79" idx="0"/>
          </p:cNvCxnSpPr>
          <p:nvPr/>
        </p:nvCxnSpPr>
        <p:spPr>
          <a:xfrm>
            <a:off x="3078668" y="2674721"/>
            <a:ext cx="0" cy="3303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AA557A11-4D08-45A9-B0C2-07AB650C9ABE}"/>
              </a:ext>
            </a:extLst>
          </p:cNvPr>
          <p:cNvSpPr/>
          <p:nvPr/>
        </p:nvSpPr>
        <p:spPr>
          <a:xfrm>
            <a:off x="7067359" y="545274"/>
            <a:ext cx="2200275" cy="2467643"/>
          </a:xfrm>
          <a:custGeom>
            <a:avLst/>
            <a:gdLst>
              <a:gd name="connsiteX0" fmla="*/ 0 w 2200275"/>
              <a:gd name="connsiteY0" fmla="*/ 2467643 h 2467643"/>
              <a:gd name="connsiteX1" fmla="*/ 876300 w 2200275"/>
              <a:gd name="connsiteY1" fmla="*/ 281656 h 2467643"/>
              <a:gd name="connsiteX2" fmla="*/ 2200275 w 2200275"/>
              <a:gd name="connsiteY2" fmla="*/ 95918 h 246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275" h="2467643">
                <a:moveTo>
                  <a:pt x="0" y="2467643"/>
                </a:moveTo>
                <a:cubicBezTo>
                  <a:pt x="254794" y="1572293"/>
                  <a:pt x="509588" y="676943"/>
                  <a:pt x="876300" y="281656"/>
                </a:cubicBezTo>
                <a:cubicBezTo>
                  <a:pt x="1243012" y="-113631"/>
                  <a:pt x="1721643" y="-8857"/>
                  <a:pt x="2200275" y="95918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42FB9EA0-4D7D-491F-A16D-3673FD1917EF}"/>
              </a:ext>
            </a:extLst>
          </p:cNvPr>
          <p:cNvSpPr/>
          <p:nvPr/>
        </p:nvSpPr>
        <p:spPr>
          <a:xfrm>
            <a:off x="5101399" y="1938497"/>
            <a:ext cx="5440680" cy="533400"/>
          </a:xfrm>
          <a:custGeom>
            <a:avLst/>
            <a:gdLst>
              <a:gd name="connsiteX0" fmla="*/ 0 w 5440680"/>
              <a:gd name="connsiteY0" fmla="*/ 533400 h 533400"/>
              <a:gd name="connsiteX1" fmla="*/ 1371600 w 5440680"/>
              <a:gd name="connsiteY1" fmla="*/ 274320 h 533400"/>
              <a:gd name="connsiteX2" fmla="*/ 4152900 w 5440680"/>
              <a:gd name="connsiteY2" fmla="*/ 220980 h 533400"/>
              <a:gd name="connsiteX3" fmla="*/ 5440680 w 5440680"/>
              <a:gd name="connsiteY3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0680" h="533400">
                <a:moveTo>
                  <a:pt x="0" y="533400"/>
                </a:moveTo>
                <a:cubicBezTo>
                  <a:pt x="339725" y="429895"/>
                  <a:pt x="679450" y="326390"/>
                  <a:pt x="1371600" y="274320"/>
                </a:cubicBezTo>
                <a:cubicBezTo>
                  <a:pt x="2063750" y="222250"/>
                  <a:pt x="3474720" y="266700"/>
                  <a:pt x="4152900" y="220980"/>
                </a:cubicBezTo>
                <a:cubicBezTo>
                  <a:pt x="4831080" y="175260"/>
                  <a:pt x="5231130" y="36830"/>
                  <a:pt x="5440680" y="0"/>
                </a:cubicBez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053C6A1C-1D13-45D6-92B3-35CF0AB65CC9}"/>
              </a:ext>
            </a:extLst>
          </p:cNvPr>
          <p:cNvSpPr/>
          <p:nvPr/>
        </p:nvSpPr>
        <p:spPr>
          <a:xfrm>
            <a:off x="5168709" y="718661"/>
            <a:ext cx="4000500" cy="3157856"/>
          </a:xfrm>
          <a:custGeom>
            <a:avLst/>
            <a:gdLst>
              <a:gd name="connsiteX0" fmla="*/ 0 w 4000500"/>
              <a:gd name="connsiteY0" fmla="*/ 3157856 h 3157856"/>
              <a:gd name="connsiteX1" fmla="*/ 444500 w 4000500"/>
              <a:gd name="connsiteY1" fmla="*/ 2700656 h 3157856"/>
              <a:gd name="connsiteX2" fmla="*/ 285750 w 4000500"/>
              <a:gd name="connsiteY2" fmla="*/ 954406 h 3157856"/>
              <a:gd name="connsiteX3" fmla="*/ 2032000 w 4000500"/>
              <a:gd name="connsiteY3" fmla="*/ 128906 h 3157856"/>
              <a:gd name="connsiteX4" fmla="*/ 4000500 w 4000500"/>
              <a:gd name="connsiteY4" fmla="*/ 14606 h 3157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3157856">
                <a:moveTo>
                  <a:pt x="0" y="3157856"/>
                </a:moveTo>
                <a:cubicBezTo>
                  <a:pt x="198437" y="3112877"/>
                  <a:pt x="396875" y="3067898"/>
                  <a:pt x="444500" y="2700656"/>
                </a:cubicBezTo>
                <a:cubicBezTo>
                  <a:pt x="492125" y="2333414"/>
                  <a:pt x="21167" y="1383031"/>
                  <a:pt x="285750" y="954406"/>
                </a:cubicBezTo>
                <a:cubicBezTo>
                  <a:pt x="550333" y="525781"/>
                  <a:pt x="1412875" y="285539"/>
                  <a:pt x="2032000" y="128906"/>
                </a:cubicBezTo>
                <a:cubicBezTo>
                  <a:pt x="2651125" y="-27727"/>
                  <a:pt x="3325812" y="-6561"/>
                  <a:pt x="4000500" y="14606"/>
                </a:cubicBez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DCA7BE61-224C-4014-8B06-DC844C6A173B}"/>
              </a:ext>
            </a:extLst>
          </p:cNvPr>
          <p:cNvSpPr txBox="1"/>
          <p:nvPr/>
        </p:nvSpPr>
        <p:spPr>
          <a:xfrm>
            <a:off x="3912094" y="2694804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[5, 7)</a:t>
            </a:r>
            <a:endParaRPr lang="zh-CN" altLang="en-US" sz="900" dirty="0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AE4AE7D3-8B7B-42A8-8AF0-8D7CBC77A1DB}"/>
              </a:ext>
            </a:extLst>
          </p:cNvPr>
          <p:cNvSpPr txBox="1"/>
          <p:nvPr/>
        </p:nvSpPr>
        <p:spPr>
          <a:xfrm>
            <a:off x="3915591" y="3066655"/>
            <a:ext cx="59706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kern="1200" baseline="-25000" dirty="0"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[7, 16)</a:t>
            </a:r>
            <a:endParaRPr lang="zh-CN" altLang="en-US" sz="900" dirty="0"/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BCB7309D-B437-4C4D-982A-4EBE3A96064D}"/>
              </a:ext>
            </a:extLst>
          </p:cNvPr>
          <p:cNvSpPr txBox="1"/>
          <p:nvPr/>
        </p:nvSpPr>
        <p:spPr>
          <a:xfrm>
            <a:off x="3871143" y="3438979"/>
            <a:ext cx="67104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kern="1200" baseline="-25000" dirty="0"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[16, 17)</a:t>
            </a:r>
            <a:endParaRPr lang="zh-CN" altLang="en-US" sz="900" dirty="0"/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73E19F74-4206-43F0-9829-BFEE703CE056}"/>
              </a:ext>
            </a:extLst>
          </p:cNvPr>
          <p:cNvSpPr txBox="1"/>
          <p:nvPr/>
        </p:nvSpPr>
        <p:spPr>
          <a:xfrm>
            <a:off x="9033773" y="1700046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[4, 6)</a:t>
            </a:r>
            <a:endParaRPr lang="zh-CN" altLang="en-US" sz="900" dirty="0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4903982C-57B5-4C36-A98A-B9DD33B23EC3}"/>
              </a:ext>
            </a:extLst>
          </p:cNvPr>
          <p:cNvSpPr txBox="1"/>
          <p:nvPr/>
        </p:nvSpPr>
        <p:spPr>
          <a:xfrm>
            <a:off x="8447255" y="1207880"/>
            <a:ext cx="66560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[11, 12)</a:t>
            </a:r>
            <a:endParaRPr lang="zh-CN" altLang="en-US" sz="900" dirty="0"/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E560E52D-1E59-4972-B8D3-8716C46C4208}"/>
              </a:ext>
            </a:extLst>
          </p:cNvPr>
          <p:cNvCxnSpPr>
            <a:cxnSpLocks/>
            <a:stCxn id="104" idx="3"/>
            <a:endCxn id="143" idx="2"/>
          </p:cNvCxnSpPr>
          <p:nvPr/>
        </p:nvCxnSpPr>
        <p:spPr>
          <a:xfrm flipV="1">
            <a:off x="8912026" y="1317121"/>
            <a:ext cx="858175" cy="48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文本框 286">
            <a:extLst>
              <a:ext uri="{FF2B5EF4-FFF2-40B4-BE49-F238E27FC236}">
                <a16:creationId xmlns:a16="http://schemas.microsoft.com/office/drawing/2014/main" id="{6CB08734-076D-4E79-BB05-937D2EFB589C}"/>
              </a:ext>
            </a:extLst>
          </p:cNvPr>
          <p:cNvSpPr txBox="1"/>
          <p:nvPr/>
        </p:nvSpPr>
        <p:spPr>
          <a:xfrm>
            <a:off x="8988841" y="1456202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[6, 11)</a:t>
            </a:r>
            <a:endParaRPr lang="zh-CN" altLang="en-US" sz="900" dirty="0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5B807806-38DE-4703-9C3C-54D3DAFAF155}"/>
              </a:ext>
            </a:extLst>
          </p:cNvPr>
          <p:cNvSpPr txBox="1"/>
          <p:nvPr/>
        </p:nvSpPr>
        <p:spPr>
          <a:xfrm>
            <a:off x="10337419" y="2184815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[4, 6)</a:t>
            </a:r>
            <a:endParaRPr lang="zh-CN" altLang="en-US" sz="900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4D2FA590-A0E3-4FEF-B424-70EBFF14C674}"/>
              </a:ext>
            </a:extLst>
          </p:cNvPr>
          <p:cNvSpPr txBox="1"/>
          <p:nvPr/>
        </p:nvSpPr>
        <p:spPr>
          <a:xfrm>
            <a:off x="9826560" y="2375426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[6, 16)</a:t>
            </a:r>
            <a:endParaRPr lang="zh-CN" altLang="en-US" sz="900" dirty="0"/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58D4D5B1-6CB3-4378-95B7-BBFC57BED903}"/>
              </a:ext>
            </a:extLst>
          </p:cNvPr>
          <p:cNvCxnSpPr>
            <a:cxnSpLocks/>
            <a:stCxn id="119" idx="0"/>
            <a:endCxn id="144" idx="5"/>
          </p:cNvCxnSpPr>
          <p:nvPr/>
        </p:nvCxnSpPr>
        <p:spPr>
          <a:xfrm flipH="1" flipV="1">
            <a:off x="9561614" y="986575"/>
            <a:ext cx="481697" cy="27367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文本框 292">
            <a:extLst>
              <a:ext uri="{FF2B5EF4-FFF2-40B4-BE49-F238E27FC236}">
                <a16:creationId xmlns:a16="http://schemas.microsoft.com/office/drawing/2014/main" id="{FA745277-92D1-48AF-AE5C-13266B72581A}"/>
              </a:ext>
            </a:extLst>
          </p:cNvPr>
          <p:cNvSpPr txBox="1"/>
          <p:nvPr/>
        </p:nvSpPr>
        <p:spPr>
          <a:xfrm>
            <a:off x="9365895" y="2758221"/>
            <a:ext cx="66514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[16, 17)</a:t>
            </a:r>
            <a:endParaRPr lang="zh-CN" altLang="en-US" sz="900" dirty="0"/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5C006FD2-FB53-465D-B478-37841EE49027}"/>
              </a:ext>
            </a:extLst>
          </p:cNvPr>
          <p:cNvSpPr txBox="1"/>
          <p:nvPr/>
        </p:nvSpPr>
        <p:spPr>
          <a:xfrm>
            <a:off x="7389245" y="994775"/>
            <a:ext cx="66560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[3, 5)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8404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1820971" y="1570657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1724310" y="981994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48A7B93-BE05-41EA-B5FE-7C338EF702CD}"/>
              </a:ext>
            </a:extLst>
          </p:cNvPr>
          <p:cNvSpPr/>
          <p:nvPr/>
        </p:nvSpPr>
        <p:spPr>
          <a:xfrm>
            <a:off x="1392914" y="2474026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49" idx="0"/>
          </p:cNvCxnSpPr>
          <p:nvPr/>
        </p:nvCxnSpPr>
        <p:spPr>
          <a:xfrm>
            <a:off x="2041697" y="2036100"/>
            <a:ext cx="0" cy="4379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2041697" y="1283467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392914" y="1803378"/>
            <a:ext cx="42805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7F33EA7-7B2F-4567-9537-5F954AD2038C}"/>
              </a:ext>
            </a:extLst>
          </p:cNvPr>
          <p:cNvSpPr/>
          <p:nvPr/>
        </p:nvSpPr>
        <p:spPr>
          <a:xfrm>
            <a:off x="5822397" y="549281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447916A-F825-4F2A-904E-CE509BB995C0}"/>
              </a:ext>
            </a:extLst>
          </p:cNvPr>
          <p:cNvSpPr/>
          <p:nvPr/>
        </p:nvSpPr>
        <p:spPr>
          <a:xfrm>
            <a:off x="6280949" y="3045338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19F7983-C185-4314-B0E6-AD99DE5D7F09}"/>
              </a:ext>
            </a:extLst>
          </p:cNvPr>
          <p:cNvSpPr/>
          <p:nvPr/>
        </p:nvSpPr>
        <p:spPr>
          <a:xfrm>
            <a:off x="3823677" y="549165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B5F97B0-1EC9-4430-A15F-EF6C4C1B6087}"/>
              </a:ext>
            </a:extLst>
          </p:cNvPr>
          <p:cNvSpPr/>
          <p:nvPr/>
        </p:nvSpPr>
        <p:spPr>
          <a:xfrm>
            <a:off x="7821117" y="549281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E591BAD-F894-4249-9512-29476393FF8F}"/>
              </a:ext>
            </a:extLst>
          </p:cNvPr>
          <p:cNvSpPr/>
          <p:nvPr/>
        </p:nvSpPr>
        <p:spPr>
          <a:xfrm>
            <a:off x="9819837" y="549165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A28ED48-A999-4F0E-8292-B737BA8AA3BF}"/>
              </a:ext>
            </a:extLst>
          </p:cNvPr>
          <p:cNvSpPr/>
          <p:nvPr/>
        </p:nvSpPr>
        <p:spPr>
          <a:xfrm>
            <a:off x="4638760" y="3094594"/>
            <a:ext cx="765229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 err="1">
                <a:solidFill>
                  <a:schemeClr val="tx1"/>
                </a:solidFill>
                <a:latin typeface="Euclid" panose="02020503060505020303" pitchFamily="18" charset="0"/>
              </a:rPr>
              <a:t>uc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6C89ED84-1593-4B26-87E8-211319C70B44}"/>
              </a:ext>
            </a:extLst>
          </p:cNvPr>
          <p:cNvSpPr/>
          <p:nvPr/>
        </p:nvSpPr>
        <p:spPr>
          <a:xfrm>
            <a:off x="5312701" y="490679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4B31FC2-915A-43CE-8855-203067468CBC}"/>
              </a:ext>
            </a:extLst>
          </p:cNvPr>
          <p:cNvSpPr/>
          <p:nvPr/>
        </p:nvSpPr>
        <p:spPr>
          <a:xfrm>
            <a:off x="6784316" y="490679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5E8691C-0318-4DC7-9DB9-2D5E77592F1D}"/>
              </a:ext>
            </a:extLst>
          </p:cNvPr>
          <p:cNvSpPr/>
          <p:nvPr/>
        </p:nvSpPr>
        <p:spPr>
          <a:xfrm>
            <a:off x="9718834" y="3703806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8E7B38B-8A91-40AD-81AD-EC3FD0E7BB37}"/>
              </a:ext>
            </a:extLst>
          </p:cNvPr>
          <p:cNvSpPr/>
          <p:nvPr/>
        </p:nvSpPr>
        <p:spPr>
          <a:xfrm>
            <a:off x="9718834" y="4279237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9C4E412-6AF3-4BEB-8E40-74A039F5738F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5961484" y="5274555"/>
            <a:ext cx="0" cy="2034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33DA6ED-4D7A-49ED-B108-248E0A3CE576}"/>
              </a:ext>
            </a:extLst>
          </p:cNvPr>
          <p:cNvCxnSpPr>
            <a:cxnSpLocks/>
            <a:stCxn id="53" idx="1"/>
            <a:endCxn id="55" idx="3"/>
          </p:cNvCxnSpPr>
          <p:nvPr/>
        </p:nvCxnSpPr>
        <p:spPr>
          <a:xfrm flipH="1" flipV="1">
            <a:off x="5625561" y="5675530"/>
            <a:ext cx="196836" cy="11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940A09FD-DBC4-4070-BD05-FD192D4EA41F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>
            <a:off x="7624281" y="5676690"/>
            <a:ext cx="1968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20AB877-B561-4936-846B-D52A3DFD827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 flipV="1">
            <a:off x="9623001" y="5675530"/>
            <a:ext cx="196836" cy="11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63838E4-36C0-4591-A319-D5CEB4790242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6690286" y="3425767"/>
            <a:ext cx="4030493" cy="2065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FDF7991-3F36-4665-8DB1-2263AC84AE5A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6749817" y="3314642"/>
            <a:ext cx="2969017" cy="5730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98813A3-381B-4B28-946B-FA5BA1CE9F29}"/>
              </a:ext>
            </a:extLst>
          </p:cNvPr>
          <p:cNvCxnSpPr>
            <a:stCxn id="61" idx="2"/>
            <a:endCxn id="62" idx="0"/>
          </p:cNvCxnSpPr>
          <p:nvPr/>
        </p:nvCxnSpPr>
        <p:spPr>
          <a:xfrm flipH="1">
            <a:off x="10367617" y="4071564"/>
            <a:ext cx="1" cy="2076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ABEE9DA-B239-4859-857C-55F75D5BC3F1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6724417" y="3362267"/>
            <a:ext cx="2994417" cy="1100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1A8732F-D375-4C2D-9BC6-11BB0368D5CC}"/>
              </a:ext>
            </a:extLst>
          </p:cNvPr>
          <p:cNvCxnSpPr>
            <a:cxnSpLocks/>
            <a:stCxn id="55" idx="0"/>
            <a:endCxn id="54" idx="3"/>
          </p:cNvCxnSpPr>
          <p:nvPr/>
        </p:nvCxnSpPr>
        <p:spPr>
          <a:xfrm flipV="1">
            <a:off x="4724619" y="3442618"/>
            <a:ext cx="1620979" cy="20490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E8E7C4D-1B0B-4823-9194-9215BC1A2B26}"/>
              </a:ext>
            </a:extLst>
          </p:cNvPr>
          <p:cNvCxnSpPr>
            <a:cxnSpLocks/>
            <a:stCxn id="54" idx="4"/>
          </p:cNvCxnSpPr>
          <p:nvPr/>
        </p:nvCxnSpPr>
        <p:spPr>
          <a:xfrm flipH="1">
            <a:off x="6481946" y="3510781"/>
            <a:ext cx="19729" cy="13960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45D0ED2-1A1D-4B61-94B8-11036241BAFB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6610267" y="5090677"/>
            <a:ext cx="1740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FFE359B-9870-410D-BF6F-AE71A676A3B3}"/>
              </a:ext>
            </a:extLst>
          </p:cNvPr>
          <p:cNvCxnSpPr>
            <a:cxnSpLocks/>
          </p:cNvCxnSpPr>
          <p:nvPr/>
        </p:nvCxnSpPr>
        <p:spPr>
          <a:xfrm flipH="1" flipV="1">
            <a:off x="6561698" y="3504348"/>
            <a:ext cx="1411592" cy="140842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0C0552B-402A-4286-8B89-6C8D629DF719}"/>
              </a:ext>
            </a:extLst>
          </p:cNvPr>
          <p:cNvCxnSpPr>
            <a:cxnSpLocks/>
            <a:stCxn id="54" idx="2"/>
            <a:endCxn id="58" idx="3"/>
          </p:cNvCxnSpPr>
          <p:nvPr/>
        </p:nvCxnSpPr>
        <p:spPr>
          <a:xfrm flipH="1">
            <a:off x="5403989" y="3278060"/>
            <a:ext cx="876960" cy="4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938CE54-0A57-4277-9243-F162E7623556}"/>
              </a:ext>
            </a:extLst>
          </p:cNvPr>
          <p:cNvCxnSpPr>
            <a:cxnSpLocks/>
            <a:stCxn id="54" idx="6"/>
            <a:endCxn id="77" idx="1"/>
          </p:cNvCxnSpPr>
          <p:nvPr/>
        </p:nvCxnSpPr>
        <p:spPr>
          <a:xfrm>
            <a:off x="6722401" y="3278060"/>
            <a:ext cx="8714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A272D3A-13D2-4FE0-9B4B-70BE2B71315D}"/>
              </a:ext>
            </a:extLst>
          </p:cNvPr>
          <p:cNvSpPr/>
          <p:nvPr/>
        </p:nvSpPr>
        <p:spPr>
          <a:xfrm>
            <a:off x="7593877" y="3127323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1392914" y="3179822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1392914" y="388561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,[4,10))}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FF54100-214C-45B1-9AA0-2408FF4AAAA4}"/>
              </a:ext>
            </a:extLst>
          </p:cNvPr>
          <p:cNvSpPr/>
          <p:nvPr/>
        </p:nvSpPr>
        <p:spPr>
          <a:xfrm>
            <a:off x="3042774" y="998883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DF9001BA-AA75-44AF-BD2C-9B82B37C33A7}"/>
              </a:ext>
            </a:extLst>
          </p:cNvPr>
          <p:cNvSpPr/>
          <p:nvPr/>
        </p:nvSpPr>
        <p:spPr>
          <a:xfrm>
            <a:off x="3042775" y="1654422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F50623C-6FE3-4403-83C8-F7CD3E93D34D}"/>
              </a:ext>
            </a:extLst>
          </p:cNvPr>
          <p:cNvSpPr/>
          <p:nvPr/>
        </p:nvSpPr>
        <p:spPr>
          <a:xfrm>
            <a:off x="3043494" y="2264774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,[7,16))}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39A4708-BF99-4F5D-B9F2-0BDFA0191AD8}"/>
              </a:ext>
            </a:extLst>
          </p:cNvPr>
          <p:cNvSpPr/>
          <p:nvPr/>
        </p:nvSpPr>
        <p:spPr>
          <a:xfrm>
            <a:off x="5595115" y="1654422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,[5,13))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0677052-A0DA-4188-8D6C-643169F0E9D1}"/>
              </a:ext>
            </a:extLst>
          </p:cNvPr>
          <p:cNvSpPr/>
          <p:nvPr/>
        </p:nvSpPr>
        <p:spPr>
          <a:xfrm>
            <a:off x="8146736" y="1654422"/>
            <a:ext cx="1861444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{2,3,5,6,8,9}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,[5,13))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,[7,16))}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AD4E598D-A3F4-44A7-99B5-B574879253EF}"/>
              </a:ext>
            </a:extLst>
          </p:cNvPr>
          <p:cNvCxnSpPr>
            <a:cxnSpLocks/>
            <a:endCxn id="80" idx="1"/>
          </p:cNvCxnSpPr>
          <p:nvPr/>
        </p:nvCxnSpPr>
        <p:spPr>
          <a:xfrm flipV="1">
            <a:off x="2209567" y="1173166"/>
            <a:ext cx="833207" cy="13008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stCxn id="49" idx="2"/>
            <a:endCxn id="78" idx="0"/>
          </p:cNvCxnSpPr>
          <p:nvPr/>
        </p:nvCxnSpPr>
        <p:spPr>
          <a:xfrm>
            <a:off x="2041697" y="2841783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FEAF940-B139-4777-B93F-193735256A12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2041697" y="3547579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9FAC753-4820-42D7-804B-ECF9211883D7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2690480" y="3366236"/>
            <a:ext cx="3604518" cy="7032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AF98AEA-72C1-496C-9249-12BD157EB48C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3936744" y="1347449"/>
            <a:ext cx="0" cy="306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B302EC04-4599-41A8-91EE-DE6E8F877D56}"/>
              </a:ext>
            </a:extLst>
          </p:cNvPr>
          <p:cNvCxnSpPr>
            <a:cxnSpLocks/>
            <a:stCxn id="81" idx="3"/>
            <a:endCxn id="83" idx="1"/>
          </p:cNvCxnSpPr>
          <p:nvPr/>
        </p:nvCxnSpPr>
        <p:spPr>
          <a:xfrm>
            <a:off x="4830713" y="1845261"/>
            <a:ext cx="764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0E37940-1BA1-4F5F-BE4B-2DFDE41A40DF}"/>
              </a:ext>
            </a:extLst>
          </p:cNvPr>
          <p:cNvCxnSpPr>
            <a:cxnSpLocks/>
            <a:stCxn id="81" idx="2"/>
            <a:endCxn id="82" idx="0"/>
          </p:cNvCxnSpPr>
          <p:nvPr/>
        </p:nvCxnSpPr>
        <p:spPr>
          <a:xfrm>
            <a:off x="3936744" y="2036100"/>
            <a:ext cx="719" cy="2286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6D6B3E3-916E-487A-A0FA-8A312E6AB24F}"/>
              </a:ext>
            </a:extLst>
          </p:cNvPr>
          <p:cNvCxnSpPr>
            <a:cxnSpLocks/>
            <a:stCxn id="83" idx="3"/>
            <a:endCxn id="84" idx="1"/>
          </p:cNvCxnSpPr>
          <p:nvPr/>
        </p:nvCxnSpPr>
        <p:spPr>
          <a:xfrm>
            <a:off x="7383053" y="1845261"/>
            <a:ext cx="7636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F4D3D701-EE8D-40F1-B6E8-604B827F38D8}"/>
              </a:ext>
            </a:extLst>
          </p:cNvPr>
          <p:cNvCxnSpPr>
            <a:cxnSpLocks/>
            <a:stCxn id="82" idx="2"/>
            <a:endCxn id="54" idx="1"/>
          </p:cNvCxnSpPr>
          <p:nvPr/>
        </p:nvCxnSpPr>
        <p:spPr>
          <a:xfrm>
            <a:off x="3937463" y="2646452"/>
            <a:ext cx="2408135" cy="46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A4E9312F-0B1B-445F-97B7-E2C8C996FC66}"/>
              </a:ext>
            </a:extLst>
          </p:cNvPr>
          <p:cNvCxnSpPr>
            <a:cxnSpLocks/>
            <a:stCxn id="83" idx="2"/>
            <a:endCxn id="54" idx="0"/>
          </p:cNvCxnSpPr>
          <p:nvPr/>
        </p:nvCxnSpPr>
        <p:spPr>
          <a:xfrm>
            <a:off x="6489084" y="2036100"/>
            <a:ext cx="12591" cy="10092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3EC80AA-678E-4395-862B-688F6BEEFF65}"/>
              </a:ext>
            </a:extLst>
          </p:cNvPr>
          <p:cNvCxnSpPr>
            <a:cxnSpLocks/>
            <a:stCxn id="84" idx="2"/>
            <a:endCxn id="54" idx="7"/>
          </p:cNvCxnSpPr>
          <p:nvPr/>
        </p:nvCxnSpPr>
        <p:spPr>
          <a:xfrm flipH="1">
            <a:off x="6657752" y="2036100"/>
            <a:ext cx="2419706" cy="10774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5ED1086-D4CF-4922-9940-D0545E271316}"/>
              </a:ext>
            </a:extLst>
          </p:cNvPr>
          <p:cNvCxnSpPr>
            <a:cxnSpLocks/>
          </p:cNvCxnSpPr>
          <p:nvPr/>
        </p:nvCxnSpPr>
        <p:spPr>
          <a:xfrm flipH="1" flipV="1">
            <a:off x="6648217" y="3470217"/>
            <a:ext cx="2501900" cy="20078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2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1973A5FF-7230-404F-87A3-4D5996F14F28}"/>
              </a:ext>
            </a:extLst>
          </p:cNvPr>
          <p:cNvCxnSpPr>
            <a:cxnSpLocks/>
            <a:stCxn id="105" idx="1"/>
            <a:endCxn id="102" idx="6"/>
          </p:cNvCxnSpPr>
          <p:nvPr/>
        </p:nvCxnSpPr>
        <p:spPr>
          <a:xfrm flipH="1">
            <a:off x="4684553" y="3356156"/>
            <a:ext cx="992586" cy="1645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68D8ADF2-3E31-4D48-96FE-C6BCD27DE84C}"/>
              </a:ext>
            </a:extLst>
          </p:cNvPr>
          <p:cNvSpPr txBox="1"/>
          <p:nvPr/>
        </p:nvSpPr>
        <p:spPr>
          <a:xfrm rot="21098539">
            <a:off x="4821489" y="3317505"/>
            <a:ext cx="68423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,[8,10)</a:t>
            </a:r>
            <a:endParaRPr lang="zh-CN" altLang="en-US" sz="1200" dirty="0"/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BFF9A3B0-B73C-4757-A223-70BE1D087AD8}"/>
              </a:ext>
            </a:extLst>
          </p:cNvPr>
          <p:cNvGrpSpPr/>
          <p:nvPr/>
        </p:nvGrpSpPr>
        <p:grpSpPr>
          <a:xfrm rot="20731227">
            <a:off x="1439846" y="3023505"/>
            <a:ext cx="2781934" cy="276999"/>
            <a:chOff x="2558058" y="3248121"/>
            <a:chExt cx="2671414" cy="276999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D9D9FAA-36D3-4A95-8927-A6C77CB3B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307CDD-016D-4EBF-BDD2-A93EFEBC69A3}"/>
                </a:ext>
              </a:extLst>
            </p:cNvPr>
            <p:cNvSpPr txBox="1"/>
            <p:nvPr/>
          </p:nvSpPr>
          <p:spPr>
            <a:xfrm>
              <a:off x="2881625" y="3248121"/>
              <a:ext cx="6903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,[7,8)</a:t>
              </a:r>
              <a:endParaRPr lang="zh-CN" altLang="en-US" sz="1200" dirty="0"/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731551" y="941285"/>
            <a:ext cx="508004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668166" y="320582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48A7B93-BE05-41EA-B5FE-7C338EF702CD}"/>
              </a:ext>
            </a:extLst>
          </p:cNvPr>
          <p:cNvSpPr/>
          <p:nvPr/>
        </p:nvSpPr>
        <p:spPr>
          <a:xfrm>
            <a:off x="502468" y="1829795"/>
            <a:ext cx="966170" cy="44541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49" idx="0"/>
          </p:cNvCxnSpPr>
          <p:nvPr/>
        </p:nvCxnSpPr>
        <p:spPr>
          <a:xfrm>
            <a:off x="985553" y="1476897"/>
            <a:ext cx="0" cy="3528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985553" y="654095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223547" y="1209091"/>
            <a:ext cx="5080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502468" y="2543020"/>
            <a:ext cx="966170" cy="44541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485830" y="3255662"/>
            <a:ext cx="999446" cy="465442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,[4,10))}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stCxn id="49" idx="2"/>
            <a:endCxn id="78" idx="0"/>
          </p:cNvCxnSpPr>
          <p:nvPr/>
        </p:nvCxnSpPr>
        <p:spPr>
          <a:xfrm>
            <a:off x="985553" y="2275212"/>
            <a:ext cx="0" cy="2678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FEAF940-B139-4777-B93F-193735256A12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985553" y="2988437"/>
            <a:ext cx="0" cy="2672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60659F9B-8A05-4B21-BE1B-33F6D9C7E027}"/>
              </a:ext>
            </a:extLst>
          </p:cNvPr>
          <p:cNvSpPr/>
          <p:nvPr/>
        </p:nvSpPr>
        <p:spPr>
          <a:xfrm>
            <a:off x="2039072" y="310811"/>
            <a:ext cx="1632220" cy="441424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,[1,5))}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F1CB42DB-3DB4-4F18-BADA-736C84A618A1}"/>
              </a:ext>
            </a:extLst>
          </p:cNvPr>
          <p:cNvSpPr/>
          <p:nvPr/>
        </p:nvSpPr>
        <p:spPr>
          <a:xfrm>
            <a:off x="2039072" y="1011453"/>
            <a:ext cx="1632221" cy="46544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,[1,5))}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E23779B8-EA57-4845-81FA-15FC0673AE0C}"/>
              </a:ext>
            </a:extLst>
          </p:cNvPr>
          <p:cNvSpPr/>
          <p:nvPr/>
        </p:nvSpPr>
        <p:spPr>
          <a:xfrm>
            <a:off x="4176554" y="3252862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DF06B974-D389-4E94-BD39-E82DA7B10A2C}"/>
              </a:ext>
            </a:extLst>
          </p:cNvPr>
          <p:cNvSpPr/>
          <p:nvPr/>
        </p:nvSpPr>
        <p:spPr>
          <a:xfrm>
            <a:off x="4176554" y="2485350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8E0762E-5AC4-4831-BF9F-37D4C335A946}"/>
              </a:ext>
            </a:extLst>
          </p:cNvPr>
          <p:cNvSpPr/>
          <p:nvPr/>
        </p:nvSpPr>
        <p:spPr>
          <a:xfrm>
            <a:off x="5338050" y="1681658"/>
            <a:ext cx="67817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{5,6}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BA3FFAEF-F113-4A57-8269-2379039A3DA2}"/>
              </a:ext>
            </a:extLst>
          </p:cNvPr>
          <p:cNvSpPr/>
          <p:nvPr/>
        </p:nvSpPr>
        <p:spPr>
          <a:xfrm>
            <a:off x="5677139" y="3131346"/>
            <a:ext cx="999446" cy="449620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D020D022-90F5-4A82-9681-517DD8CDF078}"/>
              </a:ext>
            </a:extLst>
          </p:cNvPr>
          <p:cNvSpPr/>
          <p:nvPr/>
        </p:nvSpPr>
        <p:spPr>
          <a:xfrm>
            <a:off x="6917948" y="3131346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C24D8FD8-0A89-4FAE-A4F0-880556ABF28D}"/>
              </a:ext>
            </a:extLst>
          </p:cNvPr>
          <p:cNvSpPr/>
          <p:nvPr/>
        </p:nvSpPr>
        <p:spPr>
          <a:xfrm>
            <a:off x="6954910" y="4403712"/>
            <a:ext cx="999446" cy="44961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,[3,7))}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B304B996-01B7-4D4C-A4A2-7910244934B2}"/>
              </a:ext>
            </a:extLst>
          </p:cNvPr>
          <p:cNvSpPr/>
          <p:nvPr/>
        </p:nvSpPr>
        <p:spPr>
          <a:xfrm>
            <a:off x="8158758" y="3131346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4FEC358-25B7-4D81-ACBA-74381F700806}"/>
              </a:ext>
            </a:extLst>
          </p:cNvPr>
          <p:cNvSpPr/>
          <p:nvPr/>
        </p:nvSpPr>
        <p:spPr>
          <a:xfrm>
            <a:off x="4708450" y="5343314"/>
            <a:ext cx="1632221" cy="46544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,[2,7))}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C129B20B-1199-4506-9ADF-1A28AE2E25A9}"/>
              </a:ext>
            </a:extLst>
          </p:cNvPr>
          <p:cNvSpPr/>
          <p:nvPr/>
        </p:nvSpPr>
        <p:spPr>
          <a:xfrm>
            <a:off x="2930956" y="5309114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E223F507-F141-4E1F-A31E-96951BD51C03}"/>
              </a:ext>
            </a:extLst>
          </p:cNvPr>
          <p:cNvSpPr/>
          <p:nvPr/>
        </p:nvSpPr>
        <p:spPr>
          <a:xfrm>
            <a:off x="10031217" y="4402982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,[3,7)),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70F61224-F3EF-49BC-AF7C-BE95C9F92C50}"/>
              </a:ext>
            </a:extLst>
          </p:cNvPr>
          <p:cNvSpPr/>
          <p:nvPr/>
        </p:nvSpPr>
        <p:spPr>
          <a:xfrm>
            <a:off x="6531961" y="5337790"/>
            <a:ext cx="240173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,[2,7)),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85CAD3ED-9DC5-4BC1-9E27-D0BCE7AA6D10}"/>
              </a:ext>
            </a:extLst>
          </p:cNvPr>
          <p:cNvSpPr/>
          <p:nvPr/>
        </p:nvSpPr>
        <p:spPr>
          <a:xfrm>
            <a:off x="8158758" y="4395402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8F7F4698-0A48-4BC1-8AF3-3A982920F5F0}"/>
              </a:ext>
            </a:extLst>
          </p:cNvPr>
          <p:cNvSpPr/>
          <p:nvPr/>
        </p:nvSpPr>
        <p:spPr>
          <a:xfrm>
            <a:off x="7174579" y="370268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0DCBDBAE-2D61-4F1F-BF38-326563499529}"/>
              </a:ext>
            </a:extLst>
          </p:cNvPr>
          <p:cNvSpPr/>
          <p:nvPr/>
        </p:nvSpPr>
        <p:spPr>
          <a:xfrm>
            <a:off x="7174579" y="1714625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BE96471F-2510-4F8C-A7C7-0C132BB5B068}"/>
              </a:ext>
            </a:extLst>
          </p:cNvPr>
          <p:cNvSpPr/>
          <p:nvPr/>
        </p:nvSpPr>
        <p:spPr>
          <a:xfrm>
            <a:off x="6992243" y="984394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84BB3CF-4FBA-4914-8223-398EA15C2EAB}"/>
              </a:ext>
            </a:extLst>
          </p:cNvPr>
          <p:cNvCxnSpPr>
            <a:cxnSpLocks/>
            <a:stCxn id="49" idx="3"/>
            <a:endCxn id="97" idx="1"/>
          </p:cNvCxnSpPr>
          <p:nvPr/>
        </p:nvCxnSpPr>
        <p:spPr>
          <a:xfrm flipV="1">
            <a:off x="1468638" y="531523"/>
            <a:ext cx="570434" cy="15209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18F13F58-08F2-431D-B566-78AF0887725F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>
            <a:off x="2855182" y="752235"/>
            <a:ext cx="1" cy="2592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E3B14716-3AEE-46A9-A1A6-204EC96DA103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2855183" y="1476896"/>
            <a:ext cx="0" cy="2575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9C834FD1-5743-4267-B897-63A3EE0F37FD}"/>
              </a:ext>
            </a:extLst>
          </p:cNvPr>
          <p:cNvGrpSpPr/>
          <p:nvPr/>
        </p:nvGrpSpPr>
        <p:grpSpPr>
          <a:xfrm>
            <a:off x="1453661" y="2629326"/>
            <a:ext cx="2716116" cy="276999"/>
            <a:chOff x="2558058" y="3228443"/>
            <a:chExt cx="2671414" cy="276999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1896AC4A-9487-43E1-8488-71C59AAFB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357B4A8-AAEB-4D4A-9935-2C3DC9EF98F2}"/>
                </a:ext>
              </a:extLst>
            </p:cNvPr>
            <p:cNvSpPr txBox="1"/>
            <p:nvPr/>
          </p:nvSpPr>
          <p:spPr>
            <a:xfrm>
              <a:off x="3621401" y="3228443"/>
              <a:ext cx="748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,[5,19)</a:t>
              </a:r>
              <a:endParaRPr lang="zh-CN" altLang="en-US" sz="1200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3F2C7FF-067F-477B-B899-52ECA7A68B48}"/>
              </a:ext>
            </a:extLst>
          </p:cNvPr>
          <p:cNvGrpSpPr/>
          <p:nvPr/>
        </p:nvGrpSpPr>
        <p:grpSpPr>
          <a:xfrm>
            <a:off x="3670454" y="1807687"/>
            <a:ext cx="1667596" cy="276999"/>
            <a:chOff x="2558058" y="3235375"/>
            <a:chExt cx="2671414" cy="276999"/>
          </a:xfrm>
        </p:grpSpPr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D7267FA6-70CA-4792-9AC0-731764DAC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53EC8EB6-2A05-4B68-BC55-2820DD7A7861}"/>
                </a:ext>
              </a:extLst>
            </p:cNvPr>
            <p:cNvSpPr txBox="1"/>
            <p:nvPr/>
          </p:nvSpPr>
          <p:spPr>
            <a:xfrm>
              <a:off x="3238114" y="3235375"/>
              <a:ext cx="13126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A7D2839-24D4-415E-8753-C388BC440993}"/>
              </a:ext>
            </a:extLst>
          </p:cNvPr>
          <p:cNvCxnSpPr>
            <a:cxnSpLocks/>
            <a:stCxn id="100" idx="2"/>
            <a:endCxn id="103" idx="2"/>
          </p:cNvCxnSpPr>
          <p:nvPr/>
        </p:nvCxnSpPr>
        <p:spPr>
          <a:xfrm>
            <a:off x="2855183" y="2199911"/>
            <a:ext cx="1321371" cy="5532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D4D0F01A-CA9B-4E8D-8B7C-4AB4F4D82A0C}"/>
              </a:ext>
            </a:extLst>
          </p:cNvPr>
          <p:cNvSpPr txBox="1"/>
          <p:nvPr/>
        </p:nvSpPr>
        <p:spPr>
          <a:xfrm rot="1455462">
            <a:off x="3217369" y="2340715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,[7,8)</a:t>
            </a:r>
            <a:endParaRPr lang="zh-CN" altLang="en-US" sz="12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8FFD32E-A4AF-4DA5-84FA-100E97B30F36}"/>
              </a:ext>
            </a:extLst>
          </p:cNvPr>
          <p:cNvGrpSpPr/>
          <p:nvPr/>
        </p:nvGrpSpPr>
        <p:grpSpPr>
          <a:xfrm rot="852409">
            <a:off x="1457820" y="2960026"/>
            <a:ext cx="2767817" cy="276999"/>
            <a:chOff x="2558058" y="3218676"/>
            <a:chExt cx="2671414" cy="276999"/>
          </a:xfrm>
        </p:grpSpPr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274B0BBA-212B-4831-A7B1-79B9C0134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868DF3D-0740-4065-A265-3F964806B0BB}"/>
                </a:ext>
              </a:extLst>
            </p:cNvPr>
            <p:cNvSpPr txBox="1"/>
            <p:nvPr/>
          </p:nvSpPr>
          <p:spPr>
            <a:xfrm>
              <a:off x="4355644" y="3218676"/>
              <a:ext cx="6903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8778317-6765-4108-B65C-16091B33A131}"/>
              </a:ext>
            </a:extLst>
          </p:cNvPr>
          <p:cNvSpPr/>
          <p:nvPr/>
        </p:nvSpPr>
        <p:spPr>
          <a:xfrm>
            <a:off x="2039071" y="1734469"/>
            <a:ext cx="1632223" cy="465442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,[2,10)),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,[5,14))}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8529CAA6-2B94-41BE-B82C-4DE0DD8D6413}"/>
              </a:ext>
            </a:extLst>
          </p:cNvPr>
          <p:cNvGrpSpPr/>
          <p:nvPr/>
        </p:nvGrpSpPr>
        <p:grpSpPr>
          <a:xfrm>
            <a:off x="3666377" y="1091586"/>
            <a:ext cx="1795968" cy="276999"/>
            <a:chOff x="2558058" y="3244109"/>
            <a:chExt cx="2671414" cy="276999"/>
          </a:xfrm>
        </p:grpSpPr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31A30358-F9F6-45A5-8D7C-A3D4613F5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D855E19-D532-4DC3-98A4-19AE77F46543}"/>
                </a:ext>
              </a:extLst>
            </p:cNvPr>
            <p:cNvSpPr txBox="1"/>
            <p:nvPr/>
          </p:nvSpPr>
          <p:spPr>
            <a:xfrm>
              <a:off x="3371576" y="3244109"/>
              <a:ext cx="108655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,[5,19)</a:t>
              </a:r>
              <a:endParaRPr lang="zh-CN" altLang="en-US" sz="1200" dirty="0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527F99B9-03F1-4125-849F-205B37A7574B}"/>
              </a:ext>
            </a:extLst>
          </p:cNvPr>
          <p:cNvGrpSpPr/>
          <p:nvPr/>
        </p:nvGrpSpPr>
        <p:grpSpPr>
          <a:xfrm rot="20480654">
            <a:off x="3651673" y="690049"/>
            <a:ext cx="1832454" cy="477923"/>
            <a:chOff x="2543060" y="3139009"/>
            <a:chExt cx="2534264" cy="477923"/>
          </a:xfrm>
        </p:grpSpPr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78D8227D-E346-4F8A-B3A5-BF9DFB82941B}"/>
                </a:ext>
              </a:extLst>
            </p:cNvPr>
            <p:cNvCxnSpPr>
              <a:cxnSpLocks/>
            </p:cNvCxnSpPr>
            <p:nvPr/>
          </p:nvCxnSpPr>
          <p:spPr>
            <a:xfrm rot="902733" flipV="1">
              <a:off x="2543060" y="3139009"/>
              <a:ext cx="2534264" cy="4779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89DFE747-38A0-4371-9C9B-09F91C189A52}"/>
                </a:ext>
              </a:extLst>
            </p:cNvPr>
            <p:cNvSpPr txBox="1"/>
            <p:nvPr/>
          </p:nvSpPr>
          <p:spPr>
            <a:xfrm>
              <a:off x="3418611" y="3237859"/>
              <a:ext cx="108871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sp>
        <p:nvSpPr>
          <p:cNvPr id="149" name="椭圆 148">
            <a:extLst>
              <a:ext uri="{FF2B5EF4-FFF2-40B4-BE49-F238E27FC236}">
                <a16:creationId xmlns:a16="http://schemas.microsoft.com/office/drawing/2014/main" id="{ECA925BD-CDEE-46ED-AF89-24E1C75D2FDD}"/>
              </a:ext>
            </a:extLst>
          </p:cNvPr>
          <p:cNvSpPr/>
          <p:nvPr/>
        </p:nvSpPr>
        <p:spPr>
          <a:xfrm>
            <a:off x="5426586" y="262108"/>
            <a:ext cx="507999" cy="535612"/>
          </a:xfrm>
          <a:prstGeom prst="ellipse">
            <a:avLst/>
          </a:prstGeom>
          <a:noFill/>
          <a:ln w="34925" cmpd="sng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8C891216-8304-44DD-9F16-FFF90AAFAC4A}"/>
              </a:ext>
            </a:extLst>
          </p:cNvPr>
          <p:cNvSpPr/>
          <p:nvPr/>
        </p:nvSpPr>
        <p:spPr>
          <a:xfrm>
            <a:off x="5455740" y="926506"/>
            <a:ext cx="507999" cy="535612"/>
          </a:xfrm>
          <a:prstGeom prst="ellipse">
            <a:avLst/>
          </a:prstGeom>
          <a:noFill/>
          <a:ln w="34925" cmpd="sng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D932669-4BB5-4FC8-8FC5-0F8C3ADC679B}"/>
              </a:ext>
            </a:extLst>
          </p:cNvPr>
          <p:cNvSpPr/>
          <p:nvPr/>
        </p:nvSpPr>
        <p:spPr>
          <a:xfrm>
            <a:off x="4052374" y="4135176"/>
            <a:ext cx="67817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{5,6}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050CA3B2-9B4E-4613-ADF3-AA29C750BD8D}"/>
              </a:ext>
            </a:extLst>
          </p:cNvPr>
          <p:cNvGrpSpPr/>
          <p:nvPr/>
        </p:nvGrpSpPr>
        <p:grpSpPr>
          <a:xfrm rot="1080013">
            <a:off x="1427515" y="3812723"/>
            <a:ext cx="2711721" cy="276999"/>
            <a:chOff x="2558058" y="3256579"/>
            <a:chExt cx="2671414" cy="276999"/>
          </a:xfrm>
        </p:grpSpPr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1EEE9D93-355F-43EF-9EC8-F235C04D7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D5DB84E2-BB1D-4140-8862-D2FF649CB92C}"/>
                </a:ext>
              </a:extLst>
            </p:cNvPr>
            <p:cNvSpPr txBox="1"/>
            <p:nvPr/>
          </p:nvSpPr>
          <p:spPr>
            <a:xfrm>
              <a:off x="3538255" y="3256579"/>
              <a:ext cx="816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,[8,15)</a:t>
              </a:r>
              <a:endParaRPr lang="zh-CN" altLang="en-US" sz="1200" dirty="0"/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494E7D3C-219F-4060-A446-9F4FB6085096}"/>
              </a:ext>
            </a:extLst>
          </p:cNvPr>
          <p:cNvGrpSpPr/>
          <p:nvPr/>
        </p:nvGrpSpPr>
        <p:grpSpPr>
          <a:xfrm>
            <a:off x="1509042" y="3372806"/>
            <a:ext cx="2660736" cy="276999"/>
            <a:chOff x="2558058" y="3252025"/>
            <a:chExt cx="2671414" cy="276999"/>
          </a:xfrm>
        </p:grpSpPr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73B304FF-7F6A-4512-858C-6B7B7473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5483CE48-600E-40E4-9A29-0B20411D8D64}"/>
                </a:ext>
              </a:extLst>
            </p:cNvPr>
            <p:cNvSpPr txBox="1"/>
            <p:nvPr/>
          </p:nvSpPr>
          <p:spPr>
            <a:xfrm>
              <a:off x="3597543" y="3252025"/>
              <a:ext cx="82826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,[15,17)</a:t>
              </a:r>
              <a:endParaRPr lang="zh-CN" altLang="en-US" sz="1200" dirty="0"/>
            </a:p>
          </p:txBody>
        </p:sp>
      </p:grp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11468D7-AE89-418B-859F-EDF9AA217BE6}"/>
              </a:ext>
            </a:extLst>
          </p:cNvPr>
          <p:cNvCxnSpPr>
            <a:cxnSpLocks/>
            <a:stCxn id="149" idx="6"/>
            <a:endCxn id="116" idx="1"/>
          </p:cNvCxnSpPr>
          <p:nvPr/>
        </p:nvCxnSpPr>
        <p:spPr>
          <a:xfrm>
            <a:off x="5934585" y="529914"/>
            <a:ext cx="1239994" cy="71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4E96849F-9686-4902-AA0C-597DACE66814}"/>
              </a:ext>
            </a:extLst>
          </p:cNvPr>
          <p:cNvCxnSpPr>
            <a:cxnSpLocks/>
            <a:stCxn id="149" idx="6"/>
          </p:cNvCxnSpPr>
          <p:nvPr/>
        </p:nvCxnSpPr>
        <p:spPr>
          <a:xfrm>
            <a:off x="5934585" y="529914"/>
            <a:ext cx="1057658" cy="5356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434AF4F7-930C-44EF-A88E-0842DA0EEB51}"/>
              </a:ext>
            </a:extLst>
          </p:cNvPr>
          <p:cNvCxnSpPr>
            <a:cxnSpLocks/>
            <a:stCxn id="150" idx="5"/>
            <a:endCxn id="117" idx="1"/>
          </p:cNvCxnSpPr>
          <p:nvPr/>
        </p:nvCxnSpPr>
        <p:spPr>
          <a:xfrm>
            <a:off x="5889344" y="1383679"/>
            <a:ext cx="1285235" cy="4977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918CF54-0A5B-4EAC-9AD0-2E323EC8FA73}"/>
              </a:ext>
            </a:extLst>
          </p:cNvPr>
          <p:cNvCxnSpPr>
            <a:cxnSpLocks/>
            <a:stCxn id="119" idx="1"/>
            <a:endCxn id="150" idx="6"/>
          </p:cNvCxnSpPr>
          <p:nvPr/>
        </p:nvCxnSpPr>
        <p:spPr>
          <a:xfrm flipH="1" flipV="1">
            <a:off x="5963739" y="1194312"/>
            <a:ext cx="1028504" cy="148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DDF3C99-58F2-44B9-A3BC-512566E051A2}"/>
              </a:ext>
            </a:extLst>
          </p:cNvPr>
          <p:cNvSpPr txBox="1"/>
          <p:nvPr/>
        </p:nvSpPr>
        <p:spPr>
          <a:xfrm>
            <a:off x="6156262" y="1070591"/>
            <a:ext cx="65601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,[1,4)</a:t>
            </a:r>
            <a:endParaRPr lang="zh-CN" altLang="en-US" sz="1200" dirty="0"/>
          </a:p>
        </p:txBody>
      </p: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91C582E6-38D7-4AFF-9C78-51B11970EAF2}"/>
              </a:ext>
            </a:extLst>
          </p:cNvPr>
          <p:cNvCxnSpPr>
            <a:cxnSpLocks/>
            <a:stCxn id="104" idx="4"/>
            <a:endCxn id="105" idx="0"/>
          </p:cNvCxnSpPr>
          <p:nvPr/>
        </p:nvCxnSpPr>
        <p:spPr>
          <a:xfrm>
            <a:off x="5677140" y="2217270"/>
            <a:ext cx="499722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B31BBA6C-5770-42B7-AE19-BFA855359758}"/>
              </a:ext>
            </a:extLst>
          </p:cNvPr>
          <p:cNvCxnSpPr>
            <a:cxnSpLocks/>
            <a:stCxn id="104" idx="4"/>
            <a:endCxn id="106" idx="0"/>
          </p:cNvCxnSpPr>
          <p:nvPr/>
        </p:nvCxnSpPr>
        <p:spPr>
          <a:xfrm>
            <a:off x="5677140" y="2217270"/>
            <a:ext cx="1740531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4BB8D93-3936-4FD2-B510-AA853DB49550}"/>
              </a:ext>
            </a:extLst>
          </p:cNvPr>
          <p:cNvCxnSpPr>
            <a:cxnSpLocks/>
            <a:stCxn id="104" idx="4"/>
            <a:endCxn id="108" idx="0"/>
          </p:cNvCxnSpPr>
          <p:nvPr/>
        </p:nvCxnSpPr>
        <p:spPr>
          <a:xfrm>
            <a:off x="5677140" y="2217270"/>
            <a:ext cx="2981341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95E141C-6C7D-438C-90E6-0BA6AB0CCEC1}"/>
              </a:ext>
            </a:extLst>
          </p:cNvPr>
          <p:cNvCxnSpPr>
            <a:cxnSpLocks/>
            <a:stCxn id="103" idx="6"/>
          </p:cNvCxnSpPr>
          <p:nvPr/>
        </p:nvCxnSpPr>
        <p:spPr>
          <a:xfrm>
            <a:off x="4684553" y="2753156"/>
            <a:ext cx="1025186" cy="4034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B02CBE87-6485-4B7F-954D-A545269CF026}"/>
              </a:ext>
            </a:extLst>
          </p:cNvPr>
          <p:cNvCxnSpPr>
            <a:cxnSpLocks/>
            <a:stCxn id="105" idx="2"/>
            <a:endCxn id="109" idx="0"/>
          </p:cNvCxnSpPr>
          <p:nvPr/>
        </p:nvCxnSpPr>
        <p:spPr>
          <a:xfrm flipH="1">
            <a:off x="5524561" y="3580966"/>
            <a:ext cx="652301" cy="17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DE8091B5-157E-476D-876F-B7AB92F7B4E7}"/>
              </a:ext>
            </a:extLst>
          </p:cNvPr>
          <p:cNvCxnSpPr>
            <a:cxnSpLocks/>
            <a:stCxn id="105" idx="2"/>
            <a:endCxn id="110" idx="0"/>
          </p:cNvCxnSpPr>
          <p:nvPr/>
        </p:nvCxnSpPr>
        <p:spPr>
          <a:xfrm flipH="1">
            <a:off x="3747067" y="3580966"/>
            <a:ext cx="2429795" cy="17281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94FB980E-C75E-42CF-A32E-E226F389B172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6176862" y="3580966"/>
            <a:ext cx="424119" cy="17568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B07F1BAF-92BE-4516-9762-B64565535EDF}"/>
              </a:ext>
            </a:extLst>
          </p:cNvPr>
          <p:cNvCxnSpPr>
            <a:cxnSpLocks/>
            <a:stCxn id="105" idx="1"/>
            <a:endCxn id="103" idx="5"/>
          </p:cNvCxnSpPr>
          <p:nvPr/>
        </p:nvCxnSpPr>
        <p:spPr>
          <a:xfrm flipH="1" flipV="1">
            <a:off x="4610158" y="2942523"/>
            <a:ext cx="1066981" cy="4136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3D7E96D-1D7C-4680-A159-2545C4D6952B}"/>
              </a:ext>
            </a:extLst>
          </p:cNvPr>
          <p:cNvSpPr txBox="1"/>
          <p:nvPr/>
        </p:nvSpPr>
        <p:spPr>
          <a:xfrm rot="1234291">
            <a:off x="4716080" y="2972251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,[5,6)</a:t>
            </a:r>
            <a:endParaRPr lang="zh-CN" altLang="en-US" sz="1200" dirty="0"/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8A8CAE9B-9E60-42F8-8122-0185068532CE}"/>
              </a:ext>
            </a:extLst>
          </p:cNvPr>
          <p:cNvCxnSpPr>
            <a:cxnSpLocks/>
            <a:stCxn id="105" idx="1"/>
            <a:endCxn id="153" idx="6"/>
          </p:cNvCxnSpPr>
          <p:nvPr/>
        </p:nvCxnSpPr>
        <p:spPr>
          <a:xfrm flipH="1">
            <a:off x="4730553" y="3356156"/>
            <a:ext cx="946586" cy="10468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文本框 227">
            <a:extLst>
              <a:ext uri="{FF2B5EF4-FFF2-40B4-BE49-F238E27FC236}">
                <a16:creationId xmlns:a16="http://schemas.microsoft.com/office/drawing/2014/main" id="{A754CCEE-126E-4F0B-A721-9180CD3FC465}"/>
              </a:ext>
            </a:extLst>
          </p:cNvPr>
          <p:cNvSpPr txBox="1"/>
          <p:nvPr/>
        </p:nvSpPr>
        <p:spPr>
          <a:xfrm rot="18718940">
            <a:off x="4957171" y="3653502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,[6,8)</a:t>
            </a:r>
            <a:endParaRPr lang="zh-CN" altLang="en-US" sz="1200" dirty="0"/>
          </a:p>
        </p:txBody>
      </p: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28C48984-EEEA-4B90-96E5-BC7B48691756}"/>
              </a:ext>
            </a:extLst>
          </p:cNvPr>
          <p:cNvCxnSpPr>
            <a:cxnSpLocks/>
            <a:stCxn id="106" idx="2"/>
            <a:endCxn id="107" idx="0"/>
          </p:cNvCxnSpPr>
          <p:nvPr/>
        </p:nvCxnSpPr>
        <p:spPr>
          <a:xfrm>
            <a:off x="7417671" y="3580965"/>
            <a:ext cx="36962" cy="8227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7C1CA5F4-09E7-4DAE-8968-532926BBB6F6}"/>
              </a:ext>
            </a:extLst>
          </p:cNvPr>
          <p:cNvCxnSpPr>
            <a:cxnSpLocks/>
          </p:cNvCxnSpPr>
          <p:nvPr/>
        </p:nvCxnSpPr>
        <p:spPr>
          <a:xfrm flipH="1">
            <a:off x="5741284" y="3525782"/>
            <a:ext cx="1176664" cy="1817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304F307E-85A3-4761-92E4-F2C8A16FAB67}"/>
              </a:ext>
            </a:extLst>
          </p:cNvPr>
          <p:cNvCxnSpPr>
            <a:cxnSpLocks/>
            <a:stCxn id="106" idx="2"/>
            <a:endCxn id="114" idx="0"/>
          </p:cNvCxnSpPr>
          <p:nvPr/>
        </p:nvCxnSpPr>
        <p:spPr>
          <a:xfrm>
            <a:off x="7417671" y="3580965"/>
            <a:ext cx="1557198" cy="81443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3099FC84-D2F8-4B72-ACEE-D71C76AF098E}"/>
              </a:ext>
            </a:extLst>
          </p:cNvPr>
          <p:cNvCxnSpPr>
            <a:cxnSpLocks/>
          </p:cNvCxnSpPr>
          <p:nvPr/>
        </p:nvCxnSpPr>
        <p:spPr>
          <a:xfrm flipH="1">
            <a:off x="6684211" y="3555728"/>
            <a:ext cx="233737" cy="1782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椭圆 268">
            <a:extLst>
              <a:ext uri="{FF2B5EF4-FFF2-40B4-BE49-F238E27FC236}">
                <a16:creationId xmlns:a16="http://schemas.microsoft.com/office/drawing/2014/main" id="{8613840A-E236-4E15-A37C-9D4AD318C323}"/>
              </a:ext>
            </a:extLst>
          </p:cNvPr>
          <p:cNvSpPr/>
          <p:nvPr/>
        </p:nvSpPr>
        <p:spPr>
          <a:xfrm>
            <a:off x="9832758" y="1588242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8857A197-5A62-4F36-B90B-3D579C1EBD91}"/>
              </a:ext>
            </a:extLst>
          </p:cNvPr>
          <p:cNvSpPr/>
          <p:nvPr/>
        </p:nvSpPr>
        <p:spPr>
          <a:xfrm>
            <a:off x="10775230" y="1620424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4A555CBD-BC55-4DD1-AA9D-D2838F47DC23}"/>
              </a:ext>
            </a:extLst>
          </p:cNvPr>
          <p:cNvGrpSpPr/>
          <p:nvPr/>
        </p:nvGrpSpPr>
        <p:grpSpPr>
          <a:xfrm rot="19866790">
            <a:off x="7732208" y="2468830"/>
            <a:ext cx="2315477" cy="276999"/>
            <a:chOff x="2558058" y="3244110"/>
            <a:chExt cx="2671414" cy="276999"/>
          </a:xfrm>
        </p:grpSpPr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0DA15539-0B68-4138-909D-0365E09A1E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DAE9D40D-58E9-4C15-A194-764290B3B74E}"/>
                </a:ext>
              </a:extLst>
            </p:cNvPr>
            <p:cNvSpPr txBox="1"/>
            <p:nvPr/>
          </p:nvSpPr>
          <p:spPr>
            <a:xfrm>
              <a:off x="3371576" y="3244110"/>
              <a:ext cx="14199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,[6,10)</a:t>
              </a:r>
              <a:endParaRPr lang="zh-CN" altLang="en-US" sz="1200" dirty="0"/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0A3CF359-D032-4455-BA21-700C0AD74E09}"/>
              </a:ext>
            </a:extLst>
          </p:cNvPr>
          <p:cNvGrpSpPr/>
          <p:nvPr/>
        </p:nvGrpSpPr>
        <p:grpSpPr>
          <a:xfrm rot="20569554">
            <a:off x="7853075" y="2557908"/>
            <a:ext cx="3243212" cy="276999"/>
            <a:chOff x="2558058" y="3244110"/>
            <a:chExt cx="2671414" cy="276999"/>
          </a:xfrm>
        </p:grpSpPr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B2D4D758-E713-40AA-A235-CAB53604C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文本框 278">
              <a:extLst>
                <a:ext uri="{FF2B5EF4-FFF2-40B4-BE49-F238E27FC236}">
                  <a16:creationId xmlns:a16="http://schemas.microsoft.com/office/drawing/2014/main" id="{C7C6A44C-C88F-4D82-AC55-4A11E21C5D42}"/>
                </a:ext>
              </a:extLst>
            </p:cNvPr>
            <p:cNvSpPr txBox="1"/>
            <p:nvPr/>
          </p:nvSpPr>
          <p:spPr>
            <a:xfrm>
              <a:off x="3371576" y="3244110"/>
              <a:ext cx="14199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,[3,12)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555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781</Words>
  <Application>Microsoft Office PowerPoint</Application>
  <PresentationFormat>宽屏</PresentationFormat>
  <Paragraphs>165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Euclid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lan484automatic@outlook.com</dc:creator>
  <cp:lastModifiedBy>lan484automatic@outlook.com</cp:lastModifiedBy>
  <cp:revision>162</cp:revision>
  <dcterms:created xsi:type="dcterms:W3CDTF">2022-04-26T07:06:51Z</dcterms:created>
  <dcterms:modified xsi:type="dcterms:W3CDTF">2022-04-26T12:00:47Z</dcterms:modified>
</cp:coreProperties>
</file>